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Audiowide"/>
      <p:regular r:id="rId23"/>
    </p:embeddedFont>
    <p:embeddedFont>
      <p:font typeface="Raleway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A4E6FE-E9D3-4831-83DD-832DD14A07B9}">
  <a:tblStyle styleId="{12A4E6FE-E9D3-4831-83DD-832DD14A07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font" Target="fonts/Audiowid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f18b49f31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f18b49f31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3376c313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3376c313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51034d285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51034d285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54346315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54346315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5434631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543463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OCR: Optical Character Recognition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51034d28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51034d28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51034d285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51034d285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70aff7a2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70aff7a2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OCR: Optical Character Recognition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51034d285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51034d285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51034d285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51034d285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HOG converts each character into edge-based numerical features, and the SVM uses those features to classify the character as a specific letter or number. 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54346315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54346315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HOG converts each character into edge-based numerical features, and the SVM uses those features to classify the character as a specific letter or number. 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51034d28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51034d28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51034d285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51034d28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51034d2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51034d2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51034d285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e51034d285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54346315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54346315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5050" y="949650"/>
            <a:ext cx="4297800" cy="2834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4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5050" y="3784350"/>
            <a:ext cx="4297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715100" y="2465850"/>
            <a:ext cx="3657600" cy="14310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4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5100" y="1246650"/>
            <a:ext cx="2011800" cy="1371600"/>
          </a:xfrm>
          <a:prstGeom prst="rect">
            <a:avLst/>
          </a:prstGeom>
          <a:noFill/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777238" y="2419350"/>
            <a:ext cx="3362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5004062" y="2419350"/>
            <a:ext cx="3362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777238" y="2800350"/>
            <a:ext cx="3362700" cy="16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5004062" y="2800350"/>
            <a:ext cx="3362700" cy="16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720000" y="756850"/>
            <a:ext cx="38406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0000" y="1253350"/>
            <a:ext cx="3840600" cy="31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5156200" y="246450"/>
            <a:ext cx="3714600" cy="4650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7920000" dist="57150">
              <a:schemeClr val="accent2">
                <a:alpha val="45000"/>
              </a:schemeClr>
            </a:outerShdw>
          </a:effectLst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3582700" y="1748850"/>
            <a:ext cx="4846200" cy="16458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1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1284000" y="1366338"/>
            <a:ext cx="6576000" cy="15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1284000" y="3063763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719975" y="1728533"/>
            <a:ext cx="914400" cy="548700"/>
          </a:xfrm>
          <a:prstGeom prst="rect">
            <a:avLst/>
          </a:prstGeom>
          <a:noFill/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3" type="title"/>
          </p:nvPr>
        </p:nvSpPr>
        <p:spPr>
          <a:xfrm>
            <a:off x="719975" y="3161941"/>
            <a:ext cx="914400" cy="548700"/>
          </a:xfrm>
          <a:prstGeom prst="rect">
            <a:avLst/>
          </a:prstGeom>
          <a:noFill/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3291900" y="1728533"/>
            <a:ext cx="914400" cy="548700"/>
          </a:xfrm>
          <a:prstGeom prst="rect">
            <a:avLst/>
          </a:prstGeom>
          <a:noFill/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5" type="title"/>
          </p:nvPr>
        </p:nvSpPr>
        <p:spPr>
          <a:xfrm>
            <a:off x="3291900" y="3161941"/>
            <a:ext cx="914400" cy="548700"/>
          </a:xfrm>
          <a:prstGeom prst="rect">
            <a:avLst/>
          </a:prstGeom>
          <a:noFill/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6" type="title"/>
          </p:nvPr>
        </p:nvSpPr>
        <p:spPr>
          <a:xfrm>
            <a:off x="5868700" y="1728533"/>
            <a:ext cx="914400" cy="548700"/>
          </a:xfrm>
          <a:prstGeom prst="rect">
            <a:avLst/>
          </a:prstGeom>
          <a:noFill/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7" type="title"/>
          </p:nvPr>
        </p:nvSpPr>
        <p:spPr>
          <a:xfrm>
            <a:off x="5868700" y="3161941"/>
            <a:ext cx="914400" cy="548700"/>
          </a:xfrm>
          <a:prstGeom prst="rect">
            <a:avLst/>
          </a:prstGeom>
          <a:noFill/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719975" y="2258075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3291900" y="2258075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5868700" y="2258075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719975" y="3691550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63" name="Google Shape;63;p13"/>
          <p:cNvSpPr txBox="1"/>
          <p:nvPr>
            <p:ph idx="14" type="subTitle"/>
          </p:nvPr>
        </p:nvSpPr>
        <p:spPr>
          <a:xfrm>
            <a:off x="3294338" y="3691550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5868700" y="3691550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>
            <p:ph type="title"/>
          </p:nvPr>
        </p:nvSpPr>
        <p:spPr>
          <a:xfrm>
            <a:off x="1458150" y="3936275"/>
            <a:ext cx="6227700" cy="6402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1458150" y="2564675"/>
            <a:ext cx="6227700" cy="137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715100" y="2463963"/>
            <a:ext cx="2518800" cy="1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715100" y="1500238"/>
            <a:ext cx="2518800" cy="10122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5"/>
          <p:cNvSpPr/>
          <p:nvPr>
            <p:ph idx="2" type="pic"/>
          </p:nvPr>
        </p:nvSpPr>
        <p:spPr>
          <a:xfrm>
            <a:off x="7013970" y="215824"/>
            <a:ext cx="1864800" cy="2286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accent1">
                <a:alpha val="50000"/>
              </a:schemeClr>
            </a:outerShdw>
          </a:effectLst>
        </p:spPr>
      </p:sp>
      <p:sp>
        <p:nvSpPr>
          <p:cNvPr id="74" name="Google Shape;74;p15"/>
          <p:cNvSpPr/>
          <p:nvPr>
            <p:ph idx="3" type="pic"/>
          </p:nvPr>
        </p:nvSpPr>
        <p:spPr>
          <a:xfrm>
            <a:off x="3960975" y="215824"/>
            <a:ext cx="2908200" cy="2286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accent1">
                <a:alpha val="50000"/>
              </a:schemeClr>
            </a:outerShdw>
          </a:effectLst>
        </p:spPr>
      </p:sp>
      <p:sp>
        <p:nvSpPr>
          <p:cNvPr id="75" name="Google Shape;75;p15"/>
          <p:cNvSpPr/>
          <p:nvPr>
            <p:ph idx="4" type="pic"/>
          </p:nvPr>
        </p:nvSpPr>
        <p:spPr>
          <a:xfrm>
            <a:off x="3960970" y="2640776"/>
            <a:ext cx="1864800" cy="2286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accent1">
                <a:alpha val="50000"/>
              </a:schemeClr>
            </a:outerShdw>
          </a:effectLst>
        </p:spPr>
      </p:sp>
      <p:sp>
        <p:nvSpPr>
          <p:cNvPr id="76" name="Google Shape;76;p15"/>
          <p:cNvSpPr/>
          <p:nvPr>
            <p:ph idx="5" type="pic"/>
          </p:nvPr>
        </p:nvSpPr>
        <p:spPr>
          <a:xfrm>
            <a:off x="5970575" y="2640776"/>
            <a:ext cx="2908200" cy="2286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47625">
              <a:schemeClr val="accent1">
                <a:alpha val="50000"/>
              </a:schemeClr>
            </a:outerShdw>
          </a:effectLst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714975" y="2066300"/>
            <a:ext cx="2337900" cy="64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714975" y="2630300"/>
            <a:ext cx="2337900" cy="19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3400158" y="2630300"/>
            <a:ext cx="2337900" cy="19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085150" y="2630300"/>
            <a:ext cx="2343900" cy="19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5" type="subTitle"/>
          </p:nvPr>
        </p:nvSpPr>
        <p:spPr>
          <a:xfrm>
            <a:off x="3400063" y="2066300"/>
            <a:ext cx="2337900" cy="64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6" type="subTitle"/>
          </p:nvPr>
        </p:nvSpPr>
        <p:spPr>
          <a:xfrm>
            <a:off x="6085150" y="2066300"/>
            <a:ext cx="2343900" cy="640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6126" y="1670375"/>
            <a:ext cx="4755000" cy="4572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2" type="subTitle"/>
          </p:nvPr>
        </p:nvSpPr>
        <p:spPr>
          <a:xfrm>
            <a:off x="3116126" y="2867000"/>
            <a:ext cx="4755000" cy="4572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3" type="subTitle"/>
          </p:nvPr>
        </p:nvSpPr>
        <p:spPr>
          <a:xfrm>
            <a:off x="3116126" y="4063625"/>
            <a:ext cx="4755000" cy="4572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4" type="subTitle"/>
          </p:nvPr>
        </p:nvSpPr>
        <p:spPr>
          <a:xfrm>
            <a:off x="3116126" y="1225225"/>
            <a:ext cx="47550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subTitle"/>
          </p:nvPr>
        </p:nvSpPr>
        <p:spPr>
          <a:xfrm>
            <a:off x="3116126" y="2421855"/>
            <a:ext cx="47550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subTitle"/>
          </p:nvPr>
        </p:nvSpPr>
        <p:spPr>
          <a:xfrm>
            <a:off x="3116126" y="3618485"/>
            <a:ext cx="47550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1495938" y="1527048"/>
            <a:ext cx="3005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2" type="subTitle"/>
          </p:nvPr>
        </p:nvSpPr>
        <p:spPr>
          <a:xfrm>
            <a:off x="1495939" y="1810512"/>
            <a:ext cx="3005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3" type="subTitle"/>
          </p:nvPr>
        </p:nvSpPr>
        <p:spPr>
          <a:xfrm>
            <a:off x="5347949" y="1810512"/>
            <a:ext cx="3005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4" type="subTitle"/>
          </p:nvPr>
        </p:nvSpPr>
        <p:spPr>
          <a:xfrm>
            <a:off x="1495939" y="3544750"/>
            <a:ext cx="3005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5" type="subTitle"/>
          </p:nvPr>
        </p:nvSpPr>
        <p:spPr>
          <a:xfrm>
            <a:off x="5347949" y="3544750"/>
            <a:ext cx="3005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6" type="subTitle"/>
          </p:nvPr>
        </p:nvSpPr>
        <p:spPr>
          <a:xfrm>
            <a:off x="1495938" y="3264408"/>
            <a:ext cx="3005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5347947" y="1527048"/>
            <a:ext cx="3005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8" type="subTitle"/>
          </p:nvPr>
        </p:nvSpPr>
        <p:spPr>
          <a:xfrm>
            <a:off x="5347947" y="3264408"/>
            <a:ext cx="3005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719876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2" type="subTitle"/>
          </p:nvPr>
        </p:nvSpPr>
        <p:spPr>
          <a:xfrm>
            <a:off x="3342150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3" type="subTitle"/>
          </p:nvPr>
        </p:nvSpPr>
        <p:spPr>
          <a:xfrm>
            <a:off x="5964424" y="1811513"/>
            <a:ext cx="24597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4" type="subTitle"/>
          </p:nvPr>
        </p:nvSpPr>
        <p:spPr>
          <a:xfrm>
            <a:off x="719876" y="3552800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5" type="subTitle"/>
          </p:nvPr>
        </p:nvSpPr>
        <p:spPr>
          <a:xfrm>
            <a:off x="3342150" y="3552800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6" type="subTitle"/>
          </p:nvPr>
        </p:nvSpPr>
        <p:spPr>
          <a:xfrm>
            <a:off x="5964424" y="3552800"/>
            <a:ext cx="24597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7" type="subTitle"/>
          </p:nvPr>
        </p:nvSpPr>
        <p:spPr>
          <a:xfrm>
            <a:off x="719876" y="1526525"/>
            <a:ext cx="2459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8" type="subTitle"/>
          </p:nvPr>
        </p:nvSpPr>
        <p:spPr>
          <a:xfrm>
            <a:off x="3342150" y="1526525"/>
            <a:ext cx="2459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9" type="subTitle"/>
          </p:nvPr>
        </p:nvSpPr>
        <p:spPr>
          <a:xfrm>
            <a:off x="5964424" y="1526525"/>
            <a:ext cx="24597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13" type="subTitle"/>
          </p:nvPr>
        </p:nvSpPr>
        <p:spPr>
          <a:xfrm>
            <a:off x="719876" y="3263300"/>
            <a:ext cx="2459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4" type="subTitle"/>
          </p:nvPr>
        </p:nvSpPr>
        <p:spPr>
          <a:xfrm>
            <a:off x="3342300" y="3263300"/>
            <a:ext cx="2459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5" type="subTitle"/>
          </p:nvPr>
        </p:nvSpPr>
        <p:spPr>
          <a:xfrm>
            <a:off x="5964724" y="3263300"/>
            <a:ext cx="2459100" cy="36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>
            <p:ph hasCustomPrompt="1" type="title"/>
          </p:nvPr>
        </p:nvSpPr>
        <p:spPr>
          <a:xfrm>
            <a:off x="3826300" y="688450"/>
            <a:ext cx="4297800" cy="548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4" name="Google Shape;124;p20"/>
          <p:cNvSpPr txBox="1"/>
          <p:nvPr>
            <p:ph idx="1" type="subTitle"/>
          </p:nvPr>
        </p:nvSpPr>
        <p:spPr>
          <a:xfrm>
            <a:off x="3826300" y="1160950"/>
            <a:ext cx="4297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hasCustomPrompt="1" idx="2" type="title"/>
          </p:nvPr>
        </p:nvSpPr>
        <p:spPr>
          <a:xfrm>
            <a:off x="3826300" y="2061149"/>
            <a:ext cx="4297800" cy="548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6" name="Google Shape;126;p20"/>
          <p:cNvSpPr txBox="1"/>
          <p:nvPr>
            <p:ph idx="3" type="subTitle"/>
          </p:nvPr>
        </p:nvSpPr>
        <p:spPr>
          <a:xfrm>
            <a:off x="3826300" y="2533649"/>
            <a:ext cx="4297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hasCustomPrompt="1" idx="4" type="title"/>
          </p:nvPr>
        </p:nvSpPr>
        <p:spPr>
          <a:xfrm>
            <a:off x="3826300" y="3433848"/>
            <a:ext cx="4297800" cy="548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8" name="Google Shape;128;p20"/>
          <p:cNvSpPr txBox="1"/>
          <p:nvPr>
            <p:ph idx="5" type="subTitle"/>
          </p:nvPr>
        </p:nvSpPr>
        <p:spPr>
          <a:xfrm>
            <a:off x="3826300" y="3906349"/>
            <a:ext cx="4297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1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>
            <p:ph type="ctrTitle"/>
          </p:nvPr>
        </p:nvSpPr>
        <p:spPr>
          <a:xfrm>
            <a:off x="715050" y="535000"/>
            <a:ext cx="3856800" cy="10059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2" name="Google Shape;132;p21"/>
          <p:cNvSpPr txBox="1"/>
          <p:nvPr>
            <p:ph idx="1" type="subTitle"/>
          </p:nvPr>
        </p:nvSpPr>
        <p:spPr>
          <a:xfrm>
            <a:off x="715138" y="1472350"/>
            <a:ext cx="38568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1051275" y="3563450"/>
            <a:ext cx="318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 flipH="1"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udiowide"/>
              <a:buNone/>
              <a:defRPr sz="3000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tesseract-ocr/tesserac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reddit.com/r/mildlyinteresting/comments/1dpyax1/this_license_plate_of_o_0/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congress.gov/crs-product/IF13068" TargetMode="External"/><Relationship Id="rId4" Type="http://schemas.openxmlformats.org/officeDocument/2006/relationships/hyperlink" Target="https://hypotenuselabs.medium.com/an-ocr-pipeline-for-machine-learning-the-good-the-bad-and-the-ugly-9ae751314ce6" TargetMode="External"/><Relationship Id="rId9" Type="http://schemas.openxmlformats.org/officeDocument/2006/relationships/hyperlink" Target="https://www.shutterstock.com/image-photo/fast-car-abstract-photo-speed-blur-2485659189?dd_referrer=https%3A%2F%2Fwww.google.com%2F" TargetMode="External"/><Relationship Id="rId5" Type="http://schemas.openxmlformats.org/officeDocument/2006/relationships/hyperlink" Target="https://ijircce.com/admin/main/storage/app/pdf/6arQiGR3QJuryKoSmEx31Be1dcUXyywoGMbYDT6R.pdf" TargetMode="External"/><Relationship Id="rId6" Type="http://schemas.openxmlformats.org/officeDocument/2006/relationships/hyperlink" Target="https://pyimagesearch.com/2020/09/21/opencv-automatic-license-number-plate-recognition-anpr-with-python/" TargetMode="External"/><Relationship Id="rId7" Type="http://schemas.openxmlformats.org/officeDocument/2006/relationships/hyperlink" Target="https://learnopencv.com/histogram-of-oriented-gradients/" TargetMode="External"/><Relationship Id="rId8" Type="http://schemas.openxmlformats.org/officeDocument/2006/relationships/hyperlink" Target="https://missionlocal.org/2017/03/crash-leaves-car-flipped-on-26th-and-shotwell-streets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715050" y="949650"/>
            <a:ext cx="4297800" cy="28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 Plate Recognition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</a:rPr>
              <a:t>COMPUTER VISION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715050" y="3784350"/>
            <a:ext cx="4297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Clayton McArthur, Ella Williams, Maxx McArthur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3825" y="464625"/>
            <a:ext cx="2584525" cy="4214252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4680000" dist="38100">
              <a:schemeClr val="lt2">
                <a:alpha val="25000"/>
              </a:scheme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49" name="Google Shape;149;p25"/>
          <p:cNvSpPr txBox="1"/>
          <p:nvPr>
            <p:ph idx="2" type="title"/>
          </p:nvPr>
        </p:nvSpPr>
        <p:spPr>
          <a:xfrm>
            <a:off x="1540438" y="2078383"/>
            <a:ext cx="914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0" name="Google Shape;150;p25"/>
          <p:cNvSpPr txBox="1"/>
          <p:nvPr>
            <p:ph idx="4" type="title"/>
          </p:nvPr>
        </p:nvSpPr>
        <p:spPr>
          <a:xfrm>
            <a:off x="4114788" y="2078383"/>
            <a:ext cx="914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51" name="Google Shape;151;p25"/>
          <p:cNvSpPr txBox="1"/>
          <p:nvPr>
            <p:ph idx="6" type="title"/>
          </p:nvPr>
        </p:nvSpPr>
        <p:spPr>
          <a:xfrm>
            <a:off x="6684288" y="2078383"/>
            <a:ext cx="9144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2" name="Google Shape;152;p25"/>
          <p:cNvSpPr txBox="1"/>
          <p:nvPr>
            <p:ph idx="1" type="subTitle"/>
          </p:nvPr>
        </p:nvSpPr>
        <p:spPr>
          <a:xfrm>
            <a:off x="717538" y="2607925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53" name="Google Shape;153;p25"/>
          <p:cNvSpPr txBox="1"/>
          <p:nvPr>
            <p:ph idx="8" type="subTitle"/>
          </p:nvPr>
        </p:nvSpPr>
        <p:spPr>
          <a:xfrm>
            <a:off x="3289463" y="2607925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54" name="Google Shape;154;p25"/>
          <p:cNvSpPr txBox="1"/>
          <p:nvPr>
            <p:ph idx="9" type="subTitle"/>
          </p:nvPr>
        </p:nvSpPr>
        <p:spPr>
          <a:xfrm>
            <a:off x="5866263" y="2607925"/>
            <a:ext cx="25602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715100" y="2465850"/>
            <a:ext cx="3657600" cy="14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60" name="Google Shape;160;p26"/>
          <p:cNvSpPr txBox="1"/>
          <p:nvPr>
            <p:ph idx="2" type="title"/>
          </p:nvPr>
        </p:nvSpPr>
        <p:spPr>
          <a:xfrm>
            <a:off x="715100" y="1246650"/>
            <a:ext cx="2011800" cy="137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 rotWithShape="1">
          <a:blip r:embed="rId3">
            <a:alphaModFix/>
          </a:blip>
          <a:srcRect b="426" l="0" r="0" t="426"/>
          <a:stretch/>
        </p:blipFill>
        <p:spPr>
          <a:xfrm>
            <a:off x="4601300" y="1028599"/>
            <a:ext cx="4009299" cy="3086301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4680000" dist="38100">
              <a:schemeClr val="lt2">
                <a:alpha val="25000"/>
              </a:scheme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License Plate Recognition?</a:t>
            </a:r>
            <a:endParaRPr/>
          </a:p>
        </p:txBody>
      </p:sp>
      <p:sp>
        <p:nvSpPr>
          <p:cNvPr id="167" name="Google Shape;167;p27"/>
          <p:cNvSpPr txBox="1"/>
          <p:nvPr>
            <p:ph idx="4294967295" type="body"/>
          </p:nvPr>
        </p:nvSpPr>
        <p:spPr>
          <a:xfrm>
            <a:off x="720000" y="1242525"/>
            <a:ext cx="4986000" cy="31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utomatic License Plate Recognition </a:t>
            </a:r>
            <a:r>
              <a:rPr i="1" lang="en"/>
              <a:t>(ALPR)</a:t>
            </a:r>
            <a:r>
              <a:rPr lang="en"/>
              <a:t>: </a:t>
            </a:r>
            <a:r>
              <a:rPr lang="en"/>
              <a:t>Detects and reads license plates automatically from images and videos.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Commonly used in: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Parking systems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Toll booths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Traffic monitoring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Security systems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Combines: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Computer Vision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Image Processing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Machine Learning</a:t>
            </a:r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7500" y="1403650"/>
            <a:ext cx="3133203" cy="2607458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9720000" dist="57150">
              <a:schemeClr val="accent2">
                <a:alpha val="45000"/>
              </a:schemeClr>
            </a:outerShdw>
          </a:effectLst>
        </p:spPr>
      </p:pic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3929" y="4322125"/>
            <a:ext cx="1980336" cy="5727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9720001" dist="5715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75" name="Google Shape;175;p28"/>
          <p:cNvSpPr txBox="1"/>
          <p:nvPr>
            <p:ph idx="4294967295" type="body"/>
          </p:nvPr>
        </p:nvSpPr>
        <p:spPr>
          <a:xfrm>
            <a:off x="720000" y="1242525"/>
            <a:ext cx="4986000" cy="31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of the main challenges with license plate recognition are as follows: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Different lighting variation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Motion blur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Rotated plates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Different fonts and spacing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Similar looking characters: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</a:pPr>
            <a:r>
              <a:rPr lang="en"/>
              <a:t>O vs 0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</a:pPr>
            <a:r>
              <a:rPr lang="en"/>
              <a:t>I vs 1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</a:pPr>
            <a:r>
              <a:rPr lang="en"/>
              <a:t>B vs 8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575" y="803637"/>
            <a:ext cx="3133200" cy="226217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9720001" dist="57150">
              <a:schemeClr val="accent2">
                <a:alpha val="45000"/>
              </a:schemeClr>
            </a:outerShdw>
          </a:effectLst>
        </p:spPr>
      </p:pic>
      <p:pic>
        <p:nvPicPr>
          <p:cNvPr id="177" name="Google Shape;177;p28"/>
          <p:cNvPicPr preferRelativeResize="0"/>
          <p:nvPr/>
        </p:nvPicPr>
        <p:blipFill rotWithShape="1">
          <a:blip r:embed="rId4">
            <a:alphaModFix/>
          </a:blip>
          <a:srcRect b="17855" l="0" r="0" t="12725"/>
          <a:stretch/>
        </p:blipFill>
        <p:spPr>
          <a:xfrm>
            <a:off x="226891" y="3279900"/>
            <a:ext cx="5329300" cy="17010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9720000" dist="57150">
              <a:schemeClr val="accent2">
                <a:alpha val="45000"/>
              </a:schemeClr>
            </a:outerShdw>
          </a:effectLst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5">
            <a:alphaModFix/>
          </a:blip>
          <a:srcRect b="7664" l="0" r="0" t="0"/>
          <a:stretch/>
        </p:blipFill>
        <p:spPr>
          <a:xfrm>
            <a:off x="5848575" y="3455195"/>
            <a:ext cx="3133199" cy="1350405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9720000" dist="57150">
              <a:schemeClr val="accent2">
                <a:alpha val="45000"/>
              </a:scheme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OCR Pipeline</a:t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 flipH="1">
            <a:off x="713175" y="241547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 Image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 flipH="1">
            <a:off x="2677075" y="241547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License Plate Detection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 flipH="1">
            <a:off x="4640975" y="241547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License Plate Extraction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 flipH="1">
            <a:off x="6604875" y="241547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Preprocessing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 flipH="1">
            <a:off x="713175" y="409752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Character Segmentation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 flipH="1">
            <a:off x="2677075" y="409752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HOG Feature Extraction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 flipH="1">
            <a:off x="4640975" y="409752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SVM Classification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1498725" y="202187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3462625" y="202187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5426525" y="202187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7390425" y="202187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1498725" y="370392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3462625" y="370392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5426525" y="370392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8" name="Google Shape;198;p29"/>
          <p:cNvCxnSpPr>
            <a:stCxn id="191" idx="6"/>
            <a:endCxn id="192" idx="2"/>
          </p:cNvCxnSpPr>
          <p:nvPr/>
        </p:nvCxnSpPr>
        <p:spPr>
          <a:xfrm>
            <a:off x="1739925" y="214247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9"/>
          <p:cNvCxnSpPr>
            <a:stCxn id="192" idx="6"/>
            <a:endCxn id="193" idx="2"/>
          </p:cNvCxnSpPr>
          <p:nvPr/>
        </p:nvCxnSpPr>
        <p:spPr>
          <a:xfrm>
            <a:off x="3703825" y="214247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9"/>
          <p:cNvCxnSpPr>
            <a:stCxn id="193" idx="6"/>
            <a:endCxn id="194" idx="2"/>
          </p:cNvCxnSpPr>
          <p:nvPr/>
        </p:nvCxnSpPr>
        <p:spPr>
          <a:xfrm>
            <a:off x="5667725" y="214247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9"/>
          <p:cNvCxnSpPr>
            <a:stCxn id="194" idx="6"/>
          </p:cNvCxnSpPr>
          <p:nvPr/>
        </p:nvCxnSpPr>
        <p:spPr>
          <a:xfrm>
            <a:off x="7631625" y="2142475"/>
            <a:ext cx="15822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9"/>
          <p:cNvCxnSpPr>
            <a:stCxn id="195" idx="2"/>
          </p:cNvCxnSpPr>
          <p:nvPr/>
        </p:nvCxnSpPr>
        <p:spPr>
          <a:xfrm rot="10800000">
            <a:off x="-95175" y="3824525"/>
            <a:ext cx="15939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9"/>
          <p:cNvCxnSpPr>
            <a:stCxn id="195" idx="6"/>
            <a:endCxn id="196" idx="2"/>
          </p:cNvCxnSpPr>
          <p:nvPr/>
        </p:nvCxnSpPr>
        <p:spPr>
          <a:xfrm>
            <a:off x="1739925" y="382452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9"/>
          <p:cNvCxnSpPr>
            <a:stCxn id="196" idx="6"/>
            <a:endCxn id="197" idx="2"/>
          </p:cNvCxnSpPr>
          <p:nvPr/>
        </p:nvCxnSpPr>
        <p:spPr>
          <a:xfrm>
            <a:off x="3703825" y="382452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9"/>
          <p:cNvSpPr txBox="1"/>
          <p:nvPr/>
        </p:nvSpPr>
        <p:spPr>
          <a:xfrm flipH="1">
            <a:off x="1162125" y="157997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1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st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 flipH="1">
            <a:off x="3126025" y="157997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2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nd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 flipH="1">
            <a:off x="5089925" y="157997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3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rd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 flipH="1">
            <a:off x="7053825" y="157997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4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th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 flipH="1">
            <a:off x="1162125" y="326202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5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th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 flipH="1">
            <a:off x="3126025" y="326202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6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th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 flipH="1">
            <a:off x="5089925" y="326202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7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th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 flipH="1">
            <a:off x="6604875" y="4097179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Final Plate Prediction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7390425" y="3703577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4" name="Google Shape;214;p29"/>
          <p:cNvCxnSpPr>
            <a:endCxn id="213" idx="2"/>
          </p:cNvCxnSpPr>
          <p:nvPr/>
        </p:nvCxnSpPr>
        <p:spPr>
          <a:xfrm>
            <a:off x="5667825" y="3824177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9"/>
          <p:cNvSpPr txBox="1"/>
          <p:nvPr/>
        </p:nvSpPr>
        <p:spPr>
          <a:xfrm flipH="1">
            <a:off x="7053825" y="3261679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8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th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715100" y="2465850"/>
            <a:ext cx="5226000" cy="14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221" name="Google Shape;221;p30"/>
          <p:cNvSpPr txBox="1"/>
          <p:nvPr>
            <p:ph idx="2" type="title"/>
          </p:nvPr>
        </p:nvSpPr>
        <p:spPr>
          <a:xfrm>
            <a:off x="715100" y="1246650"/>
            <a:ext cx="2425500" cy="137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 rotWithShape="1">
          <a:blip r:embed="rId3">
            <a:alphaModFix/>
          </a:blip>
          <a:srcRect b="426" l="0" r="0" t="426"/>
          <a:stretch/>
        </p:blipFill>
        <p:spPr>
          <a:xfrm>
            <a:off x="4601300" y="1028599"/>
            <a:ext cx="4009299" cy="3086301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4680000" dist="38100">
              <a:schemeClr val="lt2">
                <a:alpha val="25000"/>
              </a:scheme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License Plate Detection</a:t>
            </a:r>
            <a:endParaRPr/>
          </a:p>
        </p:txBody>
      </p:sp>
      <p:sp>
        <p:nvSpPr>
          <p:cNvPr id="228" name="Google Shape;228;p31"/>
          <p:cNvSpPr txBox="1"/>
          <p:nvPr>
            <p:ph idx="4294967295" type="body"/>
          </p:nvPr>
        </p:nvSpPr>
        <p:spPr>
          <a:xfrm>
            <a:off x="720000" y="1242525"/>
            <a:ext cx="7259400" cy="31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r>
              <a:rPr lang="en"/>
              <a:t> Detect the most likely license plate region in a vehicle image before passing it to character detection.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Candidate Filtering: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Finds rectangular regions using contours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Filters by license plate shape: wide aspect ratio, reasonable size, and mostly horizontal orientation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Removes unlikely regions such as headlights, bumpers, logos, or image borders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Ranking System:</a:t>
            </a:r>
            <a:br>
              <a:rPr lang="en"/>
            </a:br>
            <a:r>
              <a:rPr lang="en"/>
              <a:t>Each candidate receives a score based on: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/>
              <a:t>Aspect ratio:</a:t>
            </a:r>
            <a:r>
              <a:rPr lang="en"/>
              <a:t> favors wide US plate-like rectangles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/>
              <a:t>Edge density:</a:t>
            </a:r>
            <a:r>
              <a:rPr lang="en"/>
              <a:t> rewards regions with strong internal detail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/>
              <a:t>Character-like content:</a:t>
            </a:r>
            <a:r>
              <a:rPr lang="en"/>
              <a:t> looks for repeated vertical shapes similar to letters/numbers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/>
              <a:t>Rectangularity: </a:t>
            </a:r>
            <a:r>
              <a:rPr lang="en"/>
              <a:t>favors clean rectangular regions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/>
              <a:t>Location/angle: </a:t>
            </a:r>
            <a:r>
              <a:rPr lang="en"/>
              <a:t>gives small preference to realistic plate positions and orientations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Result:</a:t>
            </a:r>
            <a:r>
              <a:rPr lang="en"/>
              <a:t> The highest-scoring region is selected, highlighted, cropped, and perspective-corrected before being sent to the character detection stage.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Detection Pipeline</a:t>
            </a:r>
            <a:endParaRPr/>
          </a:p>
        </p:txBody>
      </p:sp>
      <p:sp>
        <p:nvSpPr>
          <p:cNvPr id="234" name="Google Shape;234;p32"/>
          <p:cNvSpPr txBox="1"/>
          <p:nvPr/>
        </p:nvSpPr>
        <p:spPr>
          <a:xfrm flipH="1">
            <a:off x="713175" y="241547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 Image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 flipH="1">
            <a:off x="2677075" y="241547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Grayscale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 flipH="1">
            <a:off x="4640975" y="241547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Edge Detection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 flipH="1">
            <a:off x="6604875" y="241547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Morphology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 flipH="1">
            <a:off x="713175" y="409752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Contours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 flipH="1">
            <a:off x="2677075" y="4097527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Candidate Ranking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1498725" y="202187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3462625" y="202187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5426525" y="202187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7390425" y="202187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1498725" y="370392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3462625" y="3703925"/>
            <a:ext cx="241200" cy="2412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6" name="Google Shape;246;p32"/>
          <p:cNvCxnSpPr>
            <a:stCxn id="240" idx="6"/>
            <a:endCxn id="241" idx="2"/>
          </p:cNvCxnSpPr>
          <p:nvPr/>
        </p:nvCxnSpPr>
        <p:spPr>
          <a:xfrm>
            <a:off x="1739925" y="214247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2"/>
          <p:cNvCxnSpPr>
            <a:stCxn id="241" idx="6"/>
            <a:endCxn id="242" idx="2"/>
          </p:cNvCxnSpPr>
          <p:nvPr/>
        </p:nvCxnSpPr>
        <p:spPr>
          <a:xfrm>
            <a:off x="3703825" y="214247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2"/>
          <p:cNvCxnSpPr>
            <a:stCxn id="242" idx="6"/>
            <a:endCxn id="243" idx="2"/>
          </p:cNvCxnSpPr>
          <p:nvPr/>
        </p:nvCxnSpPr>
        <p:spPr>
          <a:xfrm>
            <a:off x="5667725" y="214247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2"/>
          <p:cNvCxnSpPr>
            <a:stCxn id="243" idx="6"/>
          </p:cNvCxnSpPr>
          <p:nvPr/>
        </p:nvCxnSpPr>
        <p:spPr>
          <a:xfrm>
            <a:off x="7631625" y="2142475"/>
            <a:ext cx="15822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2"/>
          <p:cNvCxnSpPr>
            <a:stCxn id="244" idx="2"/>
          </p:cNvCxnSpPr>
          <p:nvPr/>
        </p:nvCxnSpPr>
        <p:spPr>
          <a:xfrm rot="10800000">
            <a:off x="-95175" y="3824525"/>
            <a:ext cx="15939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2"/>
          <p:cNvCxnSpPr>
            <a:stCxn id="244" idx="6"/>
            <a:endCxn id="245" idx="2"/>
          </p:cNvCxnSpPr>
          <p:nvPr/>
        </p:nvCxnSpPr>
        <p:spPr>
          <a:xfrm>
            <a:off x="1739925" y="3824525"/>
            <a:ext cx="1722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32"/>
          <p:cNvSpPr txBox="1"/>
          <p:nvPr/>
        </p:nvSpPr>
        <p:spPr>
          <a:xfrm flipH="1">
            <a:off x="1162125" y="157997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1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st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53" name="Google Shape;253;p32"/>
          <p:cNvSpPr txBox="1"/>
          <p:nvPr/>
        </p:nvSpPr>
        <p:spPr>
          <a:xfrm flipH="1">
            <a:off x="3126025" y="157997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2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nd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 flipH="1">
            <a:off x="5089925" y="157997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3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rd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 flipH="1">
            <a:off x="7053825" y="157997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4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th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 flipH="1">
            <a:off x="1162125" y="326202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5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th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 flipH="1">
            <a:off x="3126025" y="3262027"/>
            <a:ext cx="9144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accent1">
                <a:alpha val="5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6</a:t>
            </a:r>
            <a:r>
              <a:rPr baseline="30000" lang="en">
                <a:solidFill>
                  <a:schemeClr val="lt2"/>
                </a:solidFill>
                <a:latin typeface="Audiowide"/>
                <a:ea typeface="Audiowide"/>
                <a:cs typeface="Audiowide"/>
                <a:sym typeface="Audiowide"/>
              </a:rPr>
              <a:t>th</a:t>
            </a:r>
            <a:endParaRPr baseline="30000">
              <a:solidFill>
                <a:schemeClr val="lt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Text Detection</a:t>
            </a:r>
            <a:endParaRPr/>
          </a:p>
        </p:txBody>
      </p:sp>
      <p:sp>
        <p:nvSpPr>
          <p:cNvPr id="263" name="Google Shape;263;p33"/>
          <p:cNvSpPr txBox="1"/>
          <p:nvPr>
            <p:ph idx="4294967295" type="body"/>
          </p:nvPr>
        </p:nvSpPr>
        <p:spPr>
          <a:xfrm>
            <a:off x="720000" y="1242525"/>
            <a:ext cx="7259400" cy="31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r>
              <a:rPr lang="en"/>
              <a:t> Isolate each individual license plate character for OCR recognition.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Process: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Convert plate image to grayscale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Apply blur and Otsu thresholding to create a binary image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Detect contours representing possible characters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Filter contours using:</a:t>
            </a:r>
            <a:endParaRPr/>
          </a:p>
          <a:p>
            <a:pPr indent="-304800" lvl="1" marL="91440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</a:pPr>
            <a:r>
              <a:rPr lang="en"/>
              <a:t>Size </a:t>
            </a:r>
            <a:endParaRPr/>
          </a:p>
          <a:p>
            <a:pPr indent="-304800" lvl="1" marL="91440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</a:pPr>
            <a:r>
              <a:rPr lang="en"/>
              <a:t>Aspect ratio</a:t>
            </a:r>
            <a:endParaRPr/>
          </a:p>
          <a:p>
            <a:pPr indent="-304800" lvl="1" marL="91440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</a:pPr>
            <a:r>
              <a:rPr lang="en"/>
              <a:t>Area 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Sort characters left to right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Crop each character into its own image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"/>
              <a:t>Why it matters: </a:t>
            </a:r>
            <a:r>
              <a:rPr lang="en"/>
              <a:t>Good segmentation is critical because OCR accuracy depends on receiving clean, isolated characters.</a:t>
            </a:r>
            <a:endParaRPr/>
          </a:p>
        </p:txBody>
      </p:sp>
      <p:pic>
        <p:nvPicPr>
          <p:cNvPr id="264" name="Google Shape;2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906" y="2180674"/>
            <a:ext cx="3102119" cy="12782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9720000" dist="57150">
              <a:schemeClr val="accent2">
                <a:alpha val="45000"/>
              </a:schemeClr>
            </a:outerShdw>
          </a:effectLst>
        </p:spPr>
      </p:pic>
      <p:pic>
        <p:nvPicPr>
          <p:cNvPr id="265" name="Google Shape;265;p33"/>
          <p:cNvPicPr preferRelativeResize="0"/>
          <p:nvPr/>
        </p:nvPicPr>
        <p:blipFill rotWithShape="1">
          <a:blip r:embed="rId4">
            <a:alphaModFix/>
          </a:blip>
          <a:srcRect b="0" l="3241" r="0" t="41911"/>
          <a:stretch/>
        </p:blipFill>
        <p:spPr>
          <a:xfrm>
            <a:off x="2944450" y="4344350"/>
            <a:ext cx="5982576" cy="66595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9720000" dist="57150">
              <a:schemeClr val="accent2">
                <a:alpha val="45000"/>
              </a:scheme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Text Recognition </a:t>
            </a:r>
            <a:r>
              <a:rPr lang="en" sz="2000">
                <a:solidFill>
                  <a:schemeClr val="dk1"/>
                </a:solidFill>
              </a:rPr>
              <a:t>(Considered Options)</a:t>
            </a:r>
            <a:endParaRPr sz="2000">
              <a:solidFill>
                <a:schemeClr val="dk1"/>
              </a:solidFill>
            </a:endParaRPr>
          </a:p>
        </p:txBody>
      </p:sp>
      <p:graphicFrame>
        <p:nvGraphicFramePr>
          <p:cNvPr id="271" name="Google Shape;271;p34"/>
          <p:cNvGraphicFramePr/>
          <p:nvPr/>
        </p:nvGraphicFramePr>
        <p:xfrm>
          <a:off x="765188" y="13611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{12A4E6FE-E9D3-4831-83DD-832DD14A07B9}</a:tableStyleId>
              </a:tblPr>
              <a:tblGrid>
                <a:gridCol w="2371350"/>
                <a:gridCol w="2621125"/>
                <a:gridCol w="2621125"/>
              </a:tblGrid>
              <a:tr h="47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Method</a:t>
                      </a:r>
                      <a:endParaRPr b="1"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Pros</a:t>
                      </a:r>
                      <a:endParaRPr b="1"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Cons</a:t>
                      </a:r>
                      <a:endParaRPr b="1" sz="18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pen Sans"/>
                          <a:ea typeface="Open Sans"/>
                          <a:cs typeface="Open Sans"/>
                          <a:sym typeface="Open Sans"/>
                          <a:hlinkClick r:id="rId3"/>
                        </a:rPr>
                        <a:t>Terrasect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Super easy to use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Outside library 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Not base C++ and OpenCV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Template Matching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Simple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Easy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Needs strong templates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Sensitive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to noise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HOG &amp; SVM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Fast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Accurate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Requires extensive templates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Requires training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CNN/Deep Learning</a:t>
                      </a:r>
                      <a:endParaRPr b="1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Very accurate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Heaving to compute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Open Sans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Requires lots of data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72" name="Google Shape;272;p34"/>
          <p:cNvCxnSpPr/>
          <p:nvPr/>
        </p:nvCxnSpPr>
        <p:spPr>
          <a:xfrm>
            <a:off x="188625" y="3059200"/>
            <a:ext cx="48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4"/>
          <p:cNvCxnSpPr/>
          <p:nvPr/>
        </p:nvCxnSpPr>
        <p:spPr>
          <a:xfrm>
            <a:off x="198981" y="3059200"/>
            <a:ext cx="0" cy="126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4"/>
          <p:cNvCxnSpPr/>
          <p:nvPr/>
        </p:nvCxnSpPr>
        <p:spPr>
          <a:xfrm>
            <a:off x="188625" y="4319200"/>
            <a:ext cx="96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4"/>
          <p:cNvSpPr txBox="1"/>
          <p:nvPr/>
        </p:nvSpPr>
        <p:spPr>
          <a:xfrm flipH="1">
            <a:off x="1178130" y="4136352"/>
            <a:ext cx="181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chose this one!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Text Recognition</a:t>
            </a:r>
            <a:endParaRPr/>
          </a:p>
        </p:txBody>
      </p:sp>
      <p:sp>
        <p:nvSpPr>
          <p:cNvPr id="281" name="Google Shape;281;p35"/>
          <p:cNvSpPr txBox="1"/>
          <p:nvPr>
            <p:ph idx="3" type="subTitle"/>
          </p:nvPr>
        </p:nvSpPr>
        <p:spPr>
          <a:xfrm>
            <a:off x="777238" y="2777671"/>
            <a:ext cx="3362700" cy="16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Converts character images into numerical feature vectors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Detects edge directions and stroke patterns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Captures character shape information</a:t>
            </a:r>
            <a:endParaRPr/>
          </a:p>
        </p:txBody>
      </p:sp>
      <p:sp>
        <p:nvSpPr>
          <p:cNvPr id="282" name="Google Shape;282;p35"/>
          <p:cNvSpPr txBox="1"/>
          <p:nvPr>
            <p:ph idx="1" type="subTitle"/>
          </p:nvPr>
        </p:nvSpPr>
        <p:spPr>
          <a:xfrm>
            <a:off x="777238" y="2419350"/>
            <a:ext cx="3362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 </a:t>
            </a:r>
            <a:r>
              <a:rPr b="0" i="1" lang="en"/>
              <a:t>(Histogram of Gradients)</a:t>
            </a:r>
            <a:endParaRPr b="0" i="1"/>
          </a:p>
        </p:txBody>
      </p:sp>
      <p:sp>
        <p:nvSpPr>
          <p:cNvPr id="283" name="Google Shape;283;p35"/>
          <p:cNvSpPr txBox="1"/>
          <p:nvPr>
            <p:ph idx="2" type="subTitle"/>
          </p:nvPr>
        </p:nvSpPr>
        <p:spPr>
          <a:xfrm>
            <a:off x="5004062" y="2419350"/>
            <a:ext cx="3362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/>
              <a:t>(Support Vector Machine)</a:t>
            </a:r>
            <a:endParaRPr b="0" i="1"/>
          </a:p>
        </p:txBody>
      </p:sp>
      <p:sp>
        <p:nvSpPr>
          <p:cNvPr id="284" name="Google Shape;284;p35"/>
          <p:cNvSpPr txBox="1"/>
          <p:nvPr>
            <p:ph idx="4" type="subTitle"/>
          </p:nvPr>
        </p:nvSpPr>
        <p:spPr>
          <a:xfrm>
            <a:off x="5004062" y="2777671"/>
            <a:ext cx="3362700" cy="16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Trains on custom labeled character templates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Separates characters into feature-space categories to predict most likely character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200"/>
              <a:buChar char="●"/>
            </a:pPr>
            <a:r>
              <a:rPr lang="en"/>
              <a:t>Works well with HOG feature vectors</a:t>
            </a:r>
            <a:endParaRPr/>
          </a:p>
        </p:txBody>
      </p:sp>
      <p:sp>
        <p:nvSpPr>
          <p:cNvPr id="285" name="Google Shape;285;p35"/>
          <p:cNvSpPr/>
          <p:nvPr/>
        </p:nvSpPr>
        <p:spPr>
          <a:xfrm>
            <a:off x="2092938" y="1588168"/>
            <a:ext cx="731319" cy="571525"/>
          </a:xfrm>
          <a:custGeom>
            <a:rect b="b" l="l" r="r" t="t"/>
            <a:pathLst>
              <a:path extrusionOk="0" h="611257" w="773883">
                <a:moveTo>
                  <a:pt x="202040" y="44784"/>
                </a:moveTo>
                <a:lnTo>
                  <a:pt x="266679" y="44784"/>
                </a:lnTo>
                <a:cubicBezTo>
                  <a:pt x="272944" y="44784"/>
                  <a:pt x="278016" y="49888"/>
                  <a:pt x="278016" y="56120"/>
                </a:cubicBezTo>
                <a:lnTo>
                  <a:pt x="278016" y="156726"/>
                </a:lnTo>
                <a:cubicBezTo>
                  <a:pt x="278016" y="163024"/>
                  <a:pt x="272911" y="168063"/>
                  <a:pt x="266679" y="168063"/>
                </a:cubicBezTo>
                <a:lnTo>
                  <a:pt x="202040" y="168063"/>
                </a:lnTo>
                <a:cubicBezTo>
                  <a:pt x="195775" y="168063"/>
                  <a:pt x="190736" y="163024"/>
                  <a:pt x="190736" y="156726"/>
                </a:cubicBezTo>
                <a:lnTo>
                  <a:pt x="190736" y="56120"/>
                </a:lnTo>
                <a:cubicBezTo>
                  <a:pt x="190736" y="49855"/>
                  <a:pt x="195775" y="44784"/>
                  <a:pt x="202040" y="44784"/>
                </a:cubicBezTo>
                <a:lnTo>
                  <a:pt x="202040" y="44784"/>
                </a:lnTo>
                <a:close/>
                <a:moveTo>
                  <a:pt x="751210" y="322170"/>
                </a:moveTo>
                <a:lnTo>
                  <a:pt x="721609" y="322170"/>
                </a:lnTo>
                <a:cubicBezTo>
                  <a:pt x="719222" y="336357"/>
                  <a:pt x="712393" y="349053"/>
                  <a:pt x="702681" y="358799"/>
                </a:cubicBezTo>
                <a:cubicBezTo>
                  <a:pt x="690383" y="371064"/>
                  <a:pt x="673477" y="378688"/>
                  <a:pt x="654715" y="378688"/>
                </a:cubicBezTo>
                <a:cubicBezTo>
                  <a:pt x="635953" y="378688"/>
                  <a:pt x="619014" y="371064"/>
                  <a:pt x="606782" y="358799"/>
                </a:cubicBezTo>
                <a:cubicBezTo>
                  <a:pt x="594484" y="346501"/>
                  <a:pt x="586893" y="329529"/>
                  <a:pt x="586893" y="310800"/>
                </a:cubicBezTo>
                <a:cubicBezTo>
                  <a:pt x="586893" y="292071"/>
                  <a:pt x="594484" y="275099"/>
                  <a:pt x="606782" y="262867"/>
                </a:cubicBezTo>
                <a:cubicBezTo>
                  <a:pt x="619047" y="250569"/>
                  <a:pt x="636019" y="242978"/>
                  <a:pt x="654715" y="242978"/>
                </a:cubicBezTo>
                <a:cubicBezTo>
                  <a:pt x="673411" y="242978"/>
                  <a:pt x="690383" y="250569"/>
                  <a:pt x="702681" y="262867"/>
                </a:cubicBezTo>
                <a:cubicBezTo>
                  <a:pt x="712427" y="272580"/>
                  <a:pt x="719222" y="285276"/>
                  <a:pt x="721609" y="299496"/>
                </a:cubicBezTo>
                <a:lnTo>
                  <a:pt x="751210" y="299496"/>
                </a:lnTo>
                <a:lnTo>
                  <a:pt x="751210" y="145787"/>
                </a:lnTo>
                <a:cubicBezTo>
                  <a:pt x="751210" y="138063"/>
                  <a:pt x="748094" y="131102"/>
                  <a:pt x="742989" y="126030"/>
                </a:cubicBezTo>
                <a:cubicBezTo>
                  <a:pt x="737951" y="120926"/>
                  <a:pt x="730890" y="117810"/>
                  <a:pt x="723233" y="117810"/>
                </a:cubicBezTo>
                <a:lnTo>
                  <a:pt x="697012" y="117810"/>
                </a:lnTo>
                <a:lnTo>
                  <a:pt x="697012" y="178007"/>
                </a:lnTo>
                <a:cubicBezTo>
                  <a:pt x="697012" y="187587"/>
                  <a:pt x="693068" y="196338"/>
                  <a:pt x="686770" y="202670"/>
                </a:cubicBezTo>
                <a:cubicBezTo>
                  <a:pt x="680438" y="208968"/>
                  <a:pt x="671687" y="212912"/>
                  <a:pt x="662107" y="212912"/>
                </a:cubicBezTo>
                <a:lnTo>
                  <a:pt x="632771" y="212912"/>
                </a:lnTo>
                <a:cubicBezTo>
                  <a:pt x="626506" y="212912"/>
                  <a:pt x="621467" y="207841"/>
                  <a:pt x="621467" y="201543"/>
                </a:cubicBezTo>
                <a:cubicBezTo>
                  <a:pt x="621467" y="195244"/>
                  <a:pt x="626506" y="190239"/>
                  <a:pt x="632771" y="190239"/>
                </a:cubicBezTo>
                <a:lnTo>
                  <a:pt x="662107" y="190239"/>
                </a:lnTo>
                <a:cubicBezTo>
                  <a:pt x="665455" y="190239"/>
                  <a:pt x="668538" y="188880"/>
                  <a:pt x="670759" y="186626"/>
                </a:cubicBezTo>
                <a:cubicBezTo>
                  <a:pt x="672980" y="184405"/>
                  <a:pt x="674372" y="181322"/>
                  <a:pt x="674372" y="177974"/>
                </a:cubicBezTo>
                <a:lnTo>
                  <a:pt x="674372" y="34905"/>
                </a:lnTo>
                <a:cubicBezTo>
                  <a:pt x="674372" y="31557"/>
                  <a:pt x="673013" y="28475"/>
                  <a:pt x="670759" y="26254"/>
                </a:cubicBezTo>
                <a:cubicBezTo>
                  <a:pt x="668538" y="24066"/>
                  <a:pt x="665455" y="22640"/>
                  <a:pt x="662107" y="22640"/>
                </a:cubicBezTo>
                <a:lnTo>
                  <a:pt x="261740" y="22640"/>
                </a:lnTo>
                <a:cubicBezTo>
                  <a:pt x="255442" y="22640"/>
                  <a:pt x="250370" y="17602"/>
                  <a:pt x="250370" y="11337"/>
                </a:cubicBezTo>
                <a:cubicBezTo>
                  <a:pt x="250370" y="5072"/>
                  <a:pt x="255442" y="0"/>
                  <a:pt x="261740" y="0"/>
                </a:cubicBezTo>
                <a:lnTo>
                  <a:pt x="662107" y="0"/>
                </a:lnTo>
                <a:cubicBezTo>
                  <a:pt x="671720" y="0"/>
                  <a:pt x="680438" y="3945"/>
                  <a:pt x="686770" y="10243"/>
                </a:cubicBezTo>
                <a:cubicBezTo>
                  <a:pt x="693068" y="16574"/>
                  <a:pt x="697012" y="25325"/>
                  <a:pt x="697012" y="34905"/>
                </a:cubicBezTo>
                <a:lnTo>
                  <a:pt x="697012" y="95136"/>
                </a:lnTo>
                <a:lnTo>
                  <a:pt x="723233" y="95136"/>
                </a:lnTo>
                <a:cubicBezTo>
                  <a:pt x="737188" y="95136"/>
                  <a:pt x="749851" y="100804"/>
                  <a:pt x="759000" y="110020"/>
                </a:cubicBezTo>
                <a:cubicBezTo>
                  <a:pt x="768182" y="119169"/>
                  <a:pt x="773884" y="131831"/>
                  <a:pt x="773884" y="145787"/>
                </a:cubicBezTo>
                <a:lnTo>
                  <a:pt x="773884" y="461194"/>
                </a:lnTo>
                <a:cubicBezTo>
                  <a:pt x="773884" y="475150"/>
                  <a:pt x="768182" y="487813"/>
                  <a:pt x="759000" y="496962"/>
                </a:cubicBezTo>
                <a:cubicBezTo>
                  <a:pt x="749851" y="506177"/>
                  <a:pt x="737188" y="511878"/>
                  <a:pt x="723233" y="511878"/>
                </a:cubicBezTo>
                <a:lnTo>
                  <a:pt x="697012" y="511878"/>
                </a:lnTo>
                <a:lnTo>
                  <a:pt x="697012" y="527359"/>
                </a:lnTo>
                <a:cubicBezTo>
                  <a:pt x="697012" y="536541"/>
                  <a:pt x="693300" y="544828"/>
                  <a:pt x="687234" y="550828"/>
                </a:cubicBezTo>
                <a:cubicBezTo>
                  <a:pt x="681234" y="556861"/>
                  <a:pt x="672914" y="560607"/>
                  <a:pt x="663798" y="560607"/>
                </a:cubicBezTo>
                <a:lnTo>
                  <a:pt x="635356" y="560607"/>
                </a:lnTo>
                <a:cubicBezTo>
                  <a:pt x="633036" y="573170"/>
                  <a:pt x="626970" y="584374"/>
                  <a:pt x="618252" y="593092"/>
                </a:cubicBezTo>
                <a:cubicBezTo>
                  <a:pt x="607014" y="604263"/>
                  <a:pt x="591567" y="611224"/>
                  <a:pt x="574463" y="611224"/>
                </a:cubicBezTo>
                <a:cubicBezTo>
                  <a:pt x="557358" y="611224"/>
                  <a:pt x="541845" y="604296"/>
                  <a:pt x="530640" y="593092"/>
                </a:cubicBezTo>
                <a:cubicBezTo>
                  <a:pt x="521989" y="584407"/>
                  <a:pt x="515856" y="573170"/>
                  <a:pt x="513536" y="560607"/>
                </a:cubicBezTo>
                <a:lnTo>
                  <a:pt x="412599" y="560607"/>
                </a:lnTo>
                <a:cubicBezTo>
                  <a:pt x="406334" y="560607"/>
                  <a:pt x="401295" y="555502"/>
                  <a:pt x="401295" y="549270"/>
                </a:cubicBezTo>
                <a:cubicBezTo>
                  <a:pt x="401295" y="543038"/>
                  <a:pt x="406334" y="537966"/>
                  <a:pt x="412599" y="537966"/>
                </a:cubicBezTo>
                <a:lnTo>
                  <a:pt x="513536" y="537966"/>
                </a:lnTo>
                <a:cubicBezTo>
                  <a:pt x="515856" y="525403"/>
                  <a:pt x="521989" y="514132"/>
                  <a:pt x="530640" y="505481"/>
                </a:cubicBezTo>
                <a:cubicBezTo>
                  <a:pt x="541878" y="494243"/>
                  <a:pt x="557325" y="487315"/>
                  <a:pt x="574463" y="487315"/>
                </a:cubicBezTo>
                <a:cubicBezTo>
                  <a:pt x="591600" y="487315"/>
                  <a:pt x="607014" y="494243"/>
                  <a:pt x="618252" y="505481"/>
                </a:cubicBezTo>
                <a:cubicBezTo>
                  <a:pt x="626937" y="514132"/>
                  <a:pt x="633036" y="525403"/>
                  <a:pt x="635356" y="537966"/>
                </a:cubicBezTo>
                <a:lnTo>
                  <a:pt x="663798" y="537966"/>
                </a:lnTo>
                <a:cubicBezTo>
                  <a:pt x="666682" y="537966"/>
                  <a:pt x="669334" y="536773"/>
                  <a:pt x="671223" y="534850"/>
                </a:cubicBezTo>
                <a:cubicBezTo>
                  <a:pt x="673146" y="532928"/>
                  <a:pt x="674339" y="530309"/>
                  <a:pt x="674339" y="527392"/>
                </a:cubicBezTo>
                <a:lnTo>
                  <a:pt x="674339" y="490464"/>
                </a:lnTo>
                <a:lnTo>
                  <a:pt x="674372" y="490464"/>
                </a:lnTo>
                <a:cubicBezTo>
                  <a:pt x="674372" y="483105"/>
                  <a:pt x="649345" y="472829"/>
                  <a:pt x="619246" y="463813"/>
                </a:cubicBezTo>
                <a:cubicBezTo>
                  <a:pt x="589910" y="455062"/>
                  <a:pt x="556364" y="448830"/>
                  <a:pt x="533325" y="447405"/>
                </a:cubicBezTo>
                <a:cubicBezTo>
                  <a:pt x="531569" y="452476"/>
                  <a:pt x="528652" y="456951"/>
                  <a:pt x="524972" y="460697"/>
                </a:cubicBezTo>
                <a:cubicBezTo>
                  <a:pt x="518574" y="467095"/>
                  <a:pt x="509757" y="471006"/>
                  <a:pt x="500044" y="471006"/>
                </a:cubicBezTo>
                <a:lnTo>
                  <a:pt x="166869" y="471006"/>
                </a:lnTo>
                <a:cubicBezTo>
                  <a:pt x="157190" y="471006"/>
                  <a:pt x="148339" y="467062"/>
                  <a:pt x="141975" y="460697"/>
                </a:cubicBezTo>
                <a:cubicBezTo>
                  <a:pt x="138196" y="456918"/>
                  <a:pt x="135246" y="452244"/>
                  <a:pt x="133489" y="447106"/>
                </a:cubicBezTo>
                <a:lnTo>
                  <a:pt x="118307" y="447106"/>
                </a:lnTo>
                <a:cubicBezTo>
                  <a:pt x="112904" y="447106"/>
                  <a:pt x="108893" y="449592"/>
                  <a:pt x="106009" y="453206"/>
                </a:cubicBezTo>
                <a:cubicBezTo>
                  <a:pt x="101600" y="458775"/>
                  <a:pt x="99578" y="466830"/>
                  <a:pt x="99578" y="473724"/>
                </a:cubicBezTo>
                <a:lnTo>
                  <a:pt x="99578" y="527425"/>
                </a:lnTo>
                <a:cubicBezTo>
                  <a:pt x="99578" y="533259"/>
                  <a:pt x="104285" y="537999"/>
                  <a:pt x="110119" y="537999"/>
                </a:cubicBezTo>
                <a:lnTo>
                  <a:pt x="129279" y="537999"/>
                </a:lnTo>
                <a:cubicBezTo>
                  <a:pt x="131599" y="525436"/>
                  <a:pt x="137732" y="514166"/>
                  <a:pt x="146384" y="505514"/>
                </a:cubicBezTo>
                <a:cubicBezTo>
                  <a:pt x="157621" y="494276"/>
                  <a:pt x="173101" y="487348"/>
                  <a:pt x="190206" y="487348"/>
                </a:cubicBezTo>
                <a:cubicBezTo>
                  <a:pt x="207310" y="487348"/>
                  <a:pt x="222824" y="494276"/>
                  <a:pt x="233995" y="505514"/>
                </a:cubicBezTo>
                <a:cubicBezTo>
                  <a:pt x="242680" y="514166"/>
                  <a:pt x="248779" y="525436"/>
                  <a:pt x="251133" y="537999"/>
                </a:cubicBezTo>
                <a:lnTo>
                  <a:pt x="361285" y="537999"/>
                </a:lnTo>
                <a:cubicBezTo>
                  <a:pt x="367550" y="537999"/>
                  <a:pt x="372622" y="543038"/>
                  <a:pt x="372622" y="549303"/>
                </a:cubicBezTo>
                <a:cubicBezTo>
                  <a:pt x="372622" y="555568"/>
                  <a:pt x="367517" y="560640"/>
                  <a:pt x="361285" y="560640"/>
                </a:cubicBezTo>
                <a:lnTo>
                  <a:pt x="251133" y="560640"/>
                </a:lnTo>
                <a:cubicBezTo>
                  <a:pt x="248779" y="573203"/>
                  <a:pt x="242680" y="584407"/>
                  <a:pt x="233995" y="593125"/>
                </a:cubicBezTo>
                <a:cubicBezTo>
                  <a:pt x="222824" y="604296"/>
                  <a:pt x="207310" y="611257"/>
                  <a:pt x="190206" y="611257"/>
                </a:cubicBezTo>
                <a:cubicBezTo>
                  <a:pt x="173101" y="611257"/>
                  <a:pt x="157588" y="604329"/>
                  <a:pt x="146384" y="593125"/>
                </a:cubicBezTo>
                <a:cubicBezTo>
                  <a:pt x="137732" y="584440"/>
                  <a:pt x="131599" y="573203"/>
                  <a:pt x="129279" y="560640"/>
                </a:cubicBezTo>
                <a:lnTo>
                  <a:pt x="110119" y="560640"/>
                </a:lnTo>
                <a:cubicBezTo>
                  <a:pt x="91821" y="560640"/>
                  <a:pt x="76871" y="545690"/>
                  <a:pt x="76871" y="527392"/>
                </a:cubicBezTo>
                <a:lnTo>
                  <a:pt x="76871" y="511911"/>
                </a:lnTo>
                <a:lnTo>
                  <a:pt x="50651" y="511911"/>
                </a:lnTo>
                <a:cubicBezTo>
                  <a:pt x="36728" y="511911"/>
                  <a:pt x="24033" y="506210"/>
                  <a:pt x="14884" y="496995"/>
                </a:cubicBezTo>
                <a:cubicBezTo>
                  <a:pt x="5702" y="487813"/>
                  <a:pt x="0" y="475183"/>
                  <a:pt x="0" y="461227"/>
                </a:cubicBezTo>
                <a:lnTo>
                  <a:pt x="0" y="145787"/>
                </a:lnTo>
                <a:cubicBezTo>
                  <a:pt x="0" y="131831"/>
                  <a:pt x="5702" y="119169"/>
                  <a:pt x="14884" y="110020"/>
                </a:cubicBezTo>
                <a:cubicBezTo>
                  <a:pt x="24033" y="100804"/>
                  <a:pt x="36728" y="95136"/>
                  <a:pt x="50651" y="95136"/>
                </a:cubicBezTo>
                <a:lnTo>
                  <a:pt x="76871" y="95136"/>
                </a:lnTo>
                <a:lnTo>
                  <a:pt x="76871" y="75015"/>
                </a:lnTo>
                <a:cubicBezTo>
                  <a:pt x="76871" y="64706"/>
                  <a:pt x="81114" y="55292"/>
                  <a:pt x="87910" y="48496"/>
                </a:cubicBezTo>
                <a:cubicBezTo>
                  <a:pt x="94672" y="41701"/>
                  <a:pt x="104053" y="37491"/>
                  <a:pt x="114428" y="37491"/>
                </a:cubicBezTo>
                <a:lnTo>
                  <a:pt x="146052" y="37491"/>
                </a:lnTo>
                <a:lnTo>
                  <a:pt x="146052" y="34905"/>
                </a:lnTo>
                <a:cubicBezTo>
                  <a:pt x="146052" y="25292"/>
                  <a:pt x="149997" y="16574"/>
                  <a:pt x="156295" y="10243"/>
                </a:cubicBezTo>
                <a:cubicBezTo>
                  <a:pt x="162626" y="3945"/>
                  <a:pt x="171377" y="0"/>
                  <a:pt x="180957" y="0"/>
                </a:cubicBezTo>
                <a:lnTo>
                  <a:pt x="210294" y="0"/>
                </a:lnTo>
                <a:cubicBezTo>
                  <a:pt x="216559" y="0"/>
                  <a:pt x="221631" y="5105"/>
                  <a:pt x="221631" y="11337"/>
                </a:cubicBezTo>
                <a:cubicBezTo>
                  <a:pt x="221631" y="17569"/>
                  <a:pt x="216526" y="22640"/>
                  <a:pt x="210294" y="22640"/>
                </a:cubicBezTo>
                <a:lnTo>
                  <a:pt x="180957" y="22640"/>
                </a:lnTo>
                <a:cubicBezTo>
                  <a:pt x="177609" y="22640"/>
                  <a:pt x="174527" y="24066"/>
                  <a:pt x="172306" y="26254"/>
                </a:cubicBezTo>
                <a:cubicBezTo>
                  <a:pt x="170085" y="28475"/>
                  <a:pt x="168692" y="31557"/>
                  <a:pt x="168692" y="34905"/>
                </a:cubicBezTo>
                <a:lnTo>
                  <a:pt x="168692" y="178007"/>
                </a:lnTo>
                <a:cubicBezTo>
                  <a:pt x="168692" y="181355"/>
                  <a:pt x="170052" y="184438"/>
                  <a:pt x="172306" y="186659"/>
                </a:cubicBezTo>
                <a:cubicBezTo>
                  <a:pt x="174527" y="188880"/>
                  <a:pt x="177609" y="190272"/>
                  <a:pt x="180957" y="190272"/>
                </a:cubicBezTo>
                <a:lnTo>
                  <a:pt x="581391" y="190272"/>
                </a:lnTo>
                <a:cubicBezTo>
                  <a:pt x="587656" y="190272"/>
                  <a:pt x="592694" y="195344"/>
                  <a:pt x="592694" y="201576"/>
                </a:cubicBezTo>
                <a:cubicBezTo>
                  <a:pt x="592694" y="207808"/>
                  <a:pt x="587623" y="212946"/>
                  <a:pt x="581391" y="212946"/>
                </a:cubicBezTo>
                <a:lnTo>
                  <a:pt x="181024" y="212946"/>
                </a:lnTo>
                <a:cubicBezTo>
                  <a:pt x="171411" y="212946"/>
                  <a:pt x="162693" y="209001"/>
                  <a:pt x="156361" y="202703"/>
                </a:cubicBezTo>
                <a:cubicBezTo>
                  <a:pt x="150063" y="196371"/>
                  <a:pt x="146118" y="187620"/>
                  <a:pt x="146118" y="178040"/>
                </a:cubicBezTo>
                <a:lnTo>
                  <a:pt x="146118" y="175455"/>
                </a:lnTo>
                <a:lnTo>
                  <a:pt x="114495" y="175455"/>
                </a:lnTo>
                <a:cubicBezTo>
                  <a:pt x="104119" y="175455"/>
                  <a:pt x="94738" y="171245"/>
                  <a:pt x="87976" y="164449"/>
                </a:cubicBezTo>
                <a:cubicBezTo>
                  <a:pt x="81181" y="157654"/>
                  <a:pt x="76938" y="148273"/>
                  <a:pt x="76938" y="137931"/>
                </a:cubicBezTo>
                <a:lnTo>
                  <a:pt x="76938" y="117843"/>
                </a:lnTo>
                <a:lnTo>
                  <a:pt x="50717" y="117843"/>
                </a:lnTo>
                <a:cubicBezTo>
                  <a:pt x="43060" y="117843"/>
                  <a:pt x="36066" y="120959"/>
                  <a:pt x="30961" y="126064"/>
                </a:cubicBezTo>
                <a:cubicBezTo>
                  <a:pt x="25922" y="131102"/>
                  <a:pt x="22740" y="138096"/>
                  <a:pt x="22740" y="145820"/>
                </a:cubicBezTo>
                <a:lnTo>
                  <a:pt x="22740" y="299529"/>
                </a:lnTo>
                <a:lnTo>
                  <a:pt x="52341" y="299529"/>
                </a:lnTo>
                <a:cubicBezTo>
                  <a:pt x="54695" y="285309"/>
                  <a:pt x="61524" y="272613"/>
                  <a:pt x="71236" y="262900"/>
                </a:cubicBezTo>
                <a:cubicBezTo>
                  <a:pt x="83534" y="250602"/>
                  <a:pt x="100506" y="243011"/>
                  <a:pt x="119202" y="243011"/>
                </a:cubicBezTo>
                <a:cubicBezTo>
                  <a:pt x="137898" y="243011"/>
                  <a:pt x="154903" y="250602"/>
                  <a:pt x="167201" y="262900"/>
                </a:cubicBezTo>
                <a:cubicBezTo>
                  <a:pt x="179466" y="275165"/>
                  <a:pt x="187090" y="292137"/>
                  <a:pt x="187090" y="310833"/>
                </a:cubicBezTo>
                <a:cubicBezTo>
                  <a:pt x="187090" y="329529"/>
                  <a:pt x="179466" y="346534"/>
                  <a:pt x="167201" y="358832"/>
                </a:cubicBezTo>
                <a:cubicBezTo>
                  <a:pt x="154903" y="371097"/>
                  <a:pt x="137931" y="378721"/>
                  <a:pt x="119202" y="378721"/>
                </a:cubicBezTo>
                <a:cubicBezTo>
                  <a:pt x="100473" y="378721"/>
                  <a:pt x="83501" y="371097"/>
                  <a:pt x="71236" y="358832"/>
                </a:cubicBezTo>
                <a:cubicBezTo>
                  <a:pt x="61490" y="349053"/>
                  <a:pt x="54695" y="336390"/>
                  <a:pt x="52341" y="322203"/>
                </a:cubicBezTo>
                <a:lnTo>
                  <a:pt x="22707" y="322203"/>
                </a:lnTo>
                <a:lnTo>
                  <a:pt x="22707" y="461227"/>
                </a:lnTo>
                <a:cubicBezTo>
                  <a:pt x="22707" y="468918"/>
                  <a:pt x="25889" y="475912"/>
                  <a:pt x="30928" y="480984"/>
                </a:cubicBezTo>
                <a:cubicBezTo>
                  <a:pt x="36032" y="486089"/>
                  <a:pt x="43027" y="489205"/>
                  <a:pt x="50684" y="489205"/>
                </a:cubicBezTo>
                <a:lnTo>
                  <a:pt x="76904" y="489205"/>
                </a:lnTo>
                <a:lnTo>
                  <a:pt x="76904" y="473691"/>
                </a:lnTo>
                <a:cubicBezTo>
                  <a:pt x="76904" y="462421"/>
                  <a:pt x="80518" y="448963"/>
                  <a:pt x="88341" y="439084"/>
                </a:cubicBezTo>
                <a:cubicBezTo>
                  <a:pt x="95202" y="430433"/>
                  <a:pt x="105114" y="424433"/>
                  <a:pt x="118340" y="424433"/>
                </a:cubicBezTo>
                <a:lnTo>
                  <a:pt x="142969" y="424433"/>
                </a:lnTo>
                <a:cubicBezTo>
                  <a:pt x="152615" y="424433"/>
                  <a:pt x="165941" y="413328"/>
                  <a:pt x="180858" y="400964"/>
                </a:cubicBezTo>
                <a:cubicBezTo>
                  <a:pt x="203299" y="382268"/>
                  <a:pt x="228658" y="361152"/>
                  <a:pt x="260282" y="361152"/>
                </a:cubicBezTo>
                <a:lnTo>
                  <a:pt x="399041" y="361152"/>
                </a:lnTo>
                <a:cubicBezTo>
                  <a:pt x="431228" y="361152"/>
                  <a:pt x="459371" y="382533"/>
                  <a:pt x="483901" y="401163"/>
                </a:cubicBezTo>
                <a:cubicBezTo>
                  <a:pt x="499746" y="413195"/>
                  <a:pt x="513900" y="423902"/>
                  <a:pt x="523281" y="424433"/>
                </a:cubicBezTo>
                <a:cubicBezTo>
                  <a:pt x="552552" y="426156"/>
                  <a:pt x="600186" y="434510"/>
                  <a:pt x="625743" y="442134"/>
                </a:cubicBezTo>
                <a:cubicBezTo>
                  <a:pt x="663831" y="453504"/>
                  <a:pt x="695587" y="470111"/>
                  <a:pt x="696946" y="489238"/>
                </a:cubicBezTo>
                <a:lnTo>
                  <a:pt x="723266" y="489238"/>
                </a:lnTo>
                <a:cubicBezTo>
                  <a:pt x="730990" y="489238"/>
                  <a:pt x="737951" y="486089"/>
                  <a:pt x="743023" y="481017"/>
                </a:cubicBezTo>
                <a:cubicBezTo>
                  <a:pt x="748127" y="475945"/>
                  <a:pt x="751243" y="468984"/>
                  <a:pt x="751243" y="461261"/>
                </a:cubicBezTo>
                <a:lnTo>
                  <a:pt x="751243" y="322236"/>
                </a:lnTo>
                <a:close/>
                <a:moveTo>
                  <a:pt x="146085" y="60131"/>
                </a:moveTo>
                <a:lnTo>
                  <a:pt x="114462" y="60131"/>
                </a:lnTo>
                <a:cubicBezTo>
                  <a:pt x="110351" y="60131"/>
                  <a:pt x="106672" y="61822"/>
                  <a:pt x="103954" y="64507"/>
                </a:cubicBezTo>
                <a:cubicBezTo>
                  <a:pt x="101235" y="67192"/>
                  <a:pt x="99578" y="70938"/>
                  <a:pt x="99578" y="75015"/>
                </a:cubicBezTo>
                <a:lnTo>
                  <a:pt x="99578" y="137898"/>
                </a:lnTo>
                <a:cubicBezTo>
                  <a:pt x="99578" y="141975"/>
                  <a:pt x="101235" y="145687"/>
                  <a:pt x="103954" y="148406"/>
                </a:cubicBezTo>
                <a:cubicBezTo>
                  <a:pt x="106639" y="151091"/>
                  <a:pt x="110384" y="152781"/>
                  <a:pt x="114462" y="152781"/>
                </a:cubicBezTo>
                <a:lnTo>
                  <a:pt x="146085" y="152781"/>
                </a:lnTo>
                <a:lnTo>
                  <a:pt x="146085" y="60164"/>
                </a:lnTo>
                <a:close/>
                <a:moveTo>
                  <a:pt x="636351" y="322170"/>
                </a:moveTo>
                <a:cubicBezTo>
                  <a:pt x="630086" y="322170"/>
                  <a:pt x="625047" y="317065"/>
                  <a:pt x="625047" y="310833"/>
                </a:cubicBezTo>
                <a:cubicBezTo>
                  <a:pt x="625047" y="304601"/>
                  <a:pt x="630086" y="299529"/>
                  <a:pt x="636351" y="299529"/>
                </a:cubicBezTo>
                <a:lnTo>
                  <a:pt x="673013" y="299529"/>
                </a:lnTo>
                <a:cubicBezTo>
                  <a:pt x="679278" y="299529"/>
                  <a:pt x="684383" y="304568"/>
                  <a:pt x="684383" y="310833"/>
                </a:cubicBezTo>
                <a:cubicBezTo>
                  <a:pt x="684383" y="317098"/>
                  <a:pt x="679278" y="322170"/>
                  <a:pt x="673013" y="322170"/>
                </a:cubicBezTo>
                <a:lnTo>
                  <a:pt x="636351" y="322170"/>
                </a:lnTo>
                <a:close/>
                <a:moveTo>
                  <a:pt x="100904" y="322170"/>
                </a:moveTo>
                <a:cubicBezTo>
                  <a:pt x="94639" y="322170"/>
                  <a:pt x="89567" y="317065"/>
                  <a:pt x="89567" y="310833"/>
                </a:cubicBezTo>
                <a:cubicBezTo>
                  <a:pt x="89567" y="304601"/>
                  <a:pt x="94672" y="299529"/>
                  <a:pt x="100904" y="299529"/>
                </a:cubicBezTo>
                <a:lnTo>
                  <a:pt x="107931" y="299529"/>
                </a:lnTo>
                <a:lnTo>
                  <a:pt x="107931" y="292502"/>
                </a:lnTo>
                <a:cubicBezTo>
                  <a:pt x="107931" y="286237"/>
                  <a:pt x="112970" y="281198"/>
                  <a:pt x="119235" y="281198"/>
                </a:cubicBezTo>
                <a:cubicBezTo>
                  <a:pt x="125500" y="281198"/>
                  <a:pt x="130572" y="286237"/>
                  <a:pt x="130572" y="292502"/>
                </a:cubicBezTo>
                <a:lnTo>
                  <a:pt x="130572" y="299529"/>
                </a:lnTo>
                <a:lnTo>
                  <a:pt x="137566" y="299529"/>
                </a:lnTo>
                <a:cubicBezTo>
                  <a:pt x="143831" y="299529"/>
                  <a:pt x="148903" y="304568"/>
                  <a:pt x="148903" y="310833"/>
                </a:cubicBezTo>
                <a:cubicBezTo>
                  <a:pt x="148903" y="317098"/>
                  <a:pt x="143798" y="322170"/>
                  <a:pt x="137566" y="322170"/>
                </a:cubicBezTo>
                <a:lnTo>
                  <a:pt x="130572" y="322170"/>
                </a:lnTo>
                <a:lnTo>
                  <a:pt x="130572" y="329164"/>
                </a:lnTo>
                <a:cubicBezTo>
                  <a:pt x="130572" y="335429"/>
                  <a:pt x="125467" y="340534"/>
                  <a:pt x="119235" y="340534"/>
                </a:cubicBezTo>
                <a:cubicBezTo>
                  <a:pt x="113003" y="340534"/>
                  <a:pt x="107931" y="335429"/>
                  <a:pt x="107931" y="329164"/>
                </a:cubicBezTo>
                <a:lnTo>
                  <a:pt x="107931" y="322170"/>
                </a:lnTo>
                <a:lnTo>
                  <a:pt x="100904" y="322170"/>
                </a:lnTo>
                <a:close/>
                <a:moveTo>
                  <a:pt x="686670" y="278911"/>
                </a:moveTo>
                <a:cubicBezTo>
                  <a:pt x="678483" y="270723"/>
                  <a:pt x="667179" y="265685"/>
                  <a:pt x="654715" y="265685"/>
                </a:cubicBezTo>
                <a:cubicBezTo>
                  <a:pt x="642251" y="265685"/>
                  <a:pt x="630981" y="270757"/>
                  <a:pt x="622793" y="278911"/>
                </a:cubicBezTo>
                <a:cubicBezTo>
                  <a:pt x="614605" y="287066"/>
                  <a:pt x="609567" y="298369"/>
                  <a:pt x="609567" y="310833"/>
                </a:cubicBezTo>
                <a:cubicBezTo>
                  <a:pt x="609567" y="323297"/>
                  <a:pt x="614639" y="334600"/>
                  <a:pt x="622793" y="342788"/>
                </a:cubicBezTo>
                <a:cubicBezTo>
                  <a:pt x="630981" y="350976"/>
                  <a:pt x="642251" y="356014"/>
                  <a:pt x="654715" y="356014"/>
                </a:cubicBezTo>
                <a:cubicBezTo>
                  <a:pt x="667179" y="356014"/>
                  <a:pt x="678483" y="350976"/>
                  <a:pt x="686670" y="342788"/>
                </a:cubicBezTo>
                <a:cubicBezTo>
                  <a:pt x="694858" y="334600"/>
                  <a:pt x="699896" y="323297"/>
                  <a:pt x="699896" y="310833"/>
                </a:cubicBezTo>
                <a:cubicBezTo>
                  <a:pt x="699896" y="298369"/>
                  <a:pt x="694825" y="287066"/>
                  <a:pt x="686670" y="278911"/>
                </a:cubicBezTo>
                <a:lnTo>
                  <a:pt x="686670" y="278911"/>
                </a:lnTo>
                <a:close/>
                <a:moveTo>
                  <a:pt x="151223" y="278911"/>
                </a:moveTo>
                <a:cubicBezTo>
                  <a:pt x="143036" y="270723"/>
                  <a:pt x="131732" y="265685"/>
                  <a:pt x="119268" y="265685"/>
                </a:cubicBezTo>
                <a:cubicBezTo>
                  <a:pt x="106804" y="265685"/>
                  <a:pt x="95501" y="270757"/>
                  <a:pt x="87346" y="278911"/>
                </a:cubicBezTo>
                <a:cubicBezTo>
                  <a:pt x="79159" y="287066"/>
                  <a:pt x="74120" y="298369"/>
                  <a:pt x="74120" y="310833"/>
                </a:cubicBezTo>
                <a:cubicBezTo>
                  <a:pt x="74120" y="323297"/>
                  <a:pt x="79159" y="334600"/>
                  <a:pt x="87346" y="342788"/>
                </a:cubicBezTo>
                <a:cubicBezTo>
                  <a:pt x="95501" y="350976"/>
                  <a:pt x="106804" y="356014"/>
                  <a:pt x="119268" y="356014"/>
                </a:cubicBezTo>
                <a:cubicBezTo>
                  <a:pt x="131732" y="356014"/>
                  <a:pt x="143036" y="350976"/>
                  <a:pt x="151223" y="342788"/>
                </a:cubicBezTo>
                <a:cubicBezTo>
                  <a:pt x="159378" y="334600"/>
                  <a:pt x="164416" y="323297"/>
                  <a:pt x="164416" y="310833"/>
                </a:cubicBezTo>
                <a:cubicBezTo>
                  <a:pt x="164416" y="298369"/>
                  <a:pt x="159378" y="287066"/>
                  <a:pt x="151223" y="278911"/>
                </a:cubicBezTo>
                <a:lnTo>
                  <a:pt x="151223" y="278911"/>
                </a:lnTo>
                <a:close/>
                <a:moveTo>
                  <a:pt x="341031" y="383793"/>
                </a:moveTo>
                <a:lnTo>
                  <a:pt x="341031" y="448300"/>
                </a:lnTo>
                <a:lnTo>
                  <a:pt x="500111" y="448300"/>
                </a:lnTo>
                <a:cubicBezTo>
                  <a:pt x="503724" y="448300"/>
                  <a:pt x="507105" y="446742"/>
                  <a:pt x="509459" y="444090"/>
                </a:cubicBezTo>
                <a:cubicBezTo>
                  <a:pt x="497061" y="439416"/>
                  <a:pt x="484266" y="429703"/>
                  <a:pt x="470310" y="419063"/>
                </a:cubicBezTo>
                <a:cubicBezTo>
                  <a:pt x="448631" y="402621"/>
                  <a:pt x="423803" y="383760"/>
                  <a:pt x="399107" y="383760"/>
                </a:cubicBezTo>
                <a:lnTo>
                  <a:pt x="341064" y="383760"/>
                </a:lnTo>
                <a:close/>
                <a:moveTo>
                  <a:pt x="318358" y="448300"/>
                </a:moveTo>
                <a:lnTo>
                  <a:pt x="318358" y="383793"/>
                </a:lnTo>
                <a:lnTo>
                  <a:pt x="260315" y="383793"/>
                </a:lnTo>
                <a:cubicBezTo>
                  <a:pt x="236746" y="383793"/>
                  <a:pt x="214769" y="402091"/>
                  <a:pt x="195311" y="418267"/>
                </a:cubicBezTo>
                <a:cubicBezTo>
                  <a:pt x="182151" y="429206"/>
                  <a:pt x="169985" y="439350"/>
                  <a:pt x="157588" y="444156"/>
                </a:cubicBezTo>
                <a:cubicBezTo>
                  <a:pt x="159974" y="446775"/>
                  <a:pt x="163322" y="448300"/>
                  <a:pt x="166869" y="448300"/>
                </a:cubicBezTo>
                <a:lnTo>
                  <a:pt x="318325" y="448300"/>
                </a:lnTo>
                <a:close/>
                <a:moveTo>
                  <a:pt x="602274" y="521491"/>
                </a:moveTo>
                <a:cubicBezTo>
                  <a:pt x="595180" y="514398"/>
                  <a:pt x="585335" y="510022"/>
                  <a:pt x="574496" y="510022"/>
                </a:cubicBezTo>
                <a:cubicBezTo>
                  <a:pt x="563656" y="510022"/>
                  <a:pt x="553811" y="514398"/>
                  <a:pt x="546684" y="521491"/>
                </a:cubicBezTo>
                <a:cubicBezTo>
                  <a:pt x="539624" y="528618"/>
                  <a:pt x="535215" y="538430"/>
                  <a:pt x="535215" y="549270"/>
                </a:cubicBezTo>
                <a:cubicBezTo>
                  <a:pt x="535215" y="560109"/>
                  <a:pt x="539624" y="569954"/>
                  <a:pt x="546684" y="577081"/>
                </a:cubicBezTo>
                <a:cubicBezTo>
                  <a:pt x="553778" y="584142"/>
                  <a:pt x="563656" y="588551"/>
                  <a:pt x="574496" y="588551"/>
                </a:cubicBezTo>
                <a:cubicBezTo>
                  <a:pt x="585335" y="588551"/>
                  <a:pt x="595147" y="584142"/>
                  <a:pt x="602274" y="577081"/>
                </a:cubicBezTo>
                <a:cubicBezTo>
                  <a:pt x="609368" y="569988"/>
                  <a:pt x="613744" y="560143"/>
                  <a:pt x="613744" y="549270"/>
                </a:cubicBezTo>
                <a:cubicBezTo>
                  <a:pt x="613744" y="538397"/>
                  <a:pt x="609368" y="528618"/>
                  <a:pt x="602274" y="521491"/>
                </a:cubicBezTo>
                <a:lnTo>
                  <a:pt x="602274" y="521491"/>
                </a:lnTo>
                <a:close/>
                <a:moveTo>
                  <a:pt x="218017" y="521491"/>
                </a:moveTo>
                <a:cubicBezTo>
                  <a:pt x="210924" y="514398"/>
                  <a:pt x="201112" y="510022"/>
                  <a:pt x="190272" y="510022"/>
                </a:cubicBezTo>
                <a:cubicBezTo>
                  <a:pt x="179433" y="510022"/>
                  <a:pt x="169587" y="514398"/>
                  <a:pt x="162494" y="521491"/>
                </a:cubicBezTo>
                <a:cubicBezTo>
                  <a:pt x="155367" y="528618"/>
                  <a:pt x="150958" y="538430"/>
                  <a:pt x="150958" y="549270"/>
                </a:cubicBezTo>
                <a:cubicBezTo>
                  <a:pt x="150958" y="560109"/>
                  <a:pt x="155367" y="569954"/>
                  <a:pt x="162494" y="577081"/>
                </a:cubicBezTo>
                <a:cubicBezTo>
                  <a:pt x="169554" y="584142"/>
                  <a:pt x="179433" y="588551"/>
                  <a:pt x="190272" y="588551"/>
                </a:cubicBezTo>
                <a:cubicBezTo>
                  <a:pt x="201112" y="588551"/>
                  <a:pt x="210924" y="584142"/>
                  <a:pt x="218017" y="577081"/>
                </a:cubicBezTo>
                <a:cubicBezTo>
                  <a:pt x="225144" y="569988"/>
                  <a:pt x="229553" y="560143"/>
                  <a:pt x="229553" y="549270"/>
                </a:cubicBezTo>
                <a:cubicBezTo>
                  <a:pt x="229553" y="538397"/>
                  <a:pt x="225144" y="528618"/>
                  <a:pt x="218017" y="521491"/>
                </a:cubicBezTo>
                <a:lnTo>
                  <a:pt x="218017" y="521491"/>
                </a:lnTo>
                <a:close/>
                <a:moveTo>
                  <a:pt x="458940" y="512807"/>
                </a:moveTo>
                <a:cubicBezTo>
                  <a:pt x="452675" y="512807"/>
                  <a:pt x="447637" y="507768"/>
                  <a:pt x="447637" y="501470"/>
                </a:cubicBezTo>
                <a:cubicBezTo>
                  <a:pt x="447637" y="495172"/>
                  <a:pt x="452708" y="490166"/>
                  <a:pt x="458940" y="490166"/>
                </a:cubicBezTo>
                <a:lnTo>
                  <a:pt x="485194" y="490166"/>
                </a:lnTo>
                <a:cubicBezTo>
                  <a:pt x="491459" y="490166"/>
                  <a:pt x="496564" y="495238"/>
                  <a:pt x="496564" y="501470"/>
                </a:cubicBezTo>
                <a:cubicBezTo>
                  <a:pt x="496564" y="507702"/>
                  <a:pt x="491459" y="512807"/>
                  <a:pt x="485194" y="512807"/>
                </a:cubicBezTo>
                <a:lnTo>
                  <a:pt x="458940" y="512807"/>
                </a:lnTo>
                <a:close/>
                <a:moveTo>
                  <a:pt x="288756" y="512807"/>
                </a:moveTo>
                <a:cubicBezTo>
                  <a:pt x="282491" y="512807"/>
                  <a:pt x="277419" y="507768"/>
                  <a:pt x="277419" y="501470"/>
                </a:cubicBezTo>
                <a:cubicBezTo>
                  <a:pt x="277419" y="495172"/>
                  <a:pt x="282524" y="490166"/>
                  <a:pt x="288756" y="490166"/>
                </a:cubicBezTo>
                <a:lnTo>
                  <a:pt x="315010" y="490166"/>
                </a:lnTo>
                <a:cubicBezTo>
                  <a:pt x="321275" y="490166"/>
                  <a:pt x="326380" y="495238"/>
                  <a:pt x="326380" y="501470"/>
                </a:cubicBezTo>
                <a:cubicBezTo>
                  <a:pt x="326380" y="507702"/>
                  <a:pt x="321275" y="512807"/>
                  <a:pt x="315010" y="512807"/>
                </a:cubicBezTo>
                <a:lnTo>
                  <a:pt x="288756" y="512807"/>
                </a:lnTo>
                <a:close/>
                <a:moveTo>
                  <a:pt x="569093" y="44784"/>
                </a:moveTo>
                <a:lnTo>
                  <a:pt x="633732" y="44784"/>
                </a:lnTo>
                <a:cubicBezTo>
                  <a:pt x="639997" y="44784"/>
                  <a:pt x="645036" y="49888"/>
                  <a:pt x="645036" y="56120"/>
                </a:cubicBezTo>
                <a:lnTo>
                  <a:pt x="645036" y="156726"/>
                </a:lnTo>
                <a:cubicBezTo>
                  <a:pt x="645036" y="163024"/>
                  <a:pt x="639997" y="168063"/>
                  <a:pt x="633732" y="168063"/>
                </a:cubicBezTo>
                <a:lnTo>
                  <a:pt x="569093" y="168063"/>
                </a:lnTo>
                <a:cubicBezTo>
                  <a:pt x="562828" y="168063"/>
                  <a:pt x="557756" y="163024"/>
                  <a:pt x="557756" y="156726"/>
                </a:cubicBezTo>
                <a:lnTo>
                  <a:pt x="557756" y="56120"/>
                </a:lnTo>
                <a:cubicBezTo>
                  <a:pt x="557756" y="49855"/>
                  <a:pt x="562861" y="44784"/>
                  <a:pt x="569093" y="44784"/>
                </a:cubicBezTo>
                <a:lnTo>
                  <a:pt x="569093" y="44784"/>
                </a:lnTo>
                <a:close/>
                <a:moveTo>
                  <a:pt x="622395" y="67457"/>
                </a:moveTo>
                <a:lnTo>
                  <a:pt x="580429" y="67457"/>
                </a:lnTo>
                <a:lnTo>
                  <a:pt x="580429" y="145422"/>
                </a:lnTo>
                <a:lnTo>
                  <a:pt x="622395" y="145422"/>
                </a:lnTo>
                <a:lnTo>
                  <a:pt x="622395" y="67457"/>
                </a:lnTo>
                <a:close/>
                <a:moveTo>
                  <a:pt x="446742" y="44784"/>
                </a:moveTo>
                <a:lnTo>
                  <a:pt x="511381" y="44784"/>
                </a:lnTo>
                <a:cubicBezTo>
                  <a:pt x="517646" y="44784"/>
                  <a:pt x="522751" y="49888"/>
                  <a:pt x="522751" y="56120"/>
                </a:cubicBezTo>
                <a:lnTo>
                  <a:pt x="522751" y="156726"/>
                </a:lnTo>
                <a:cubicBezTo>
                  <a:pt x="522751" y="163024"/>
                  <a:pt x="517646" y="168063"/>
                  <a:pt x="511381" y="168063"/>
                </a:cubicBezTo>
                <a:lnTo>
                  <a:pt x="446742" y="168063"/>
                </a:lnTo>
                <a:cubicBezTo>
                  <a:pt x="440477" y="168063"/>
                  <a:pt x="435438" y="163024"/>
                  <a:pt x="435438" y="156726"/>
                </a:cubicBezTo>
                <a:lnTo>
                  <a:pt x="435438" y="56120"/>
                </a:lnTo>
                <a:cubicBezTo>
                  <a:pt x="435438" y="49855"/>
                  <a:pt x="440477" y="44784"/>
                  <a:pt x="446742" y="44784"/>
                </a:cubicBezTo>
                <a:lnTo>
                  <a:pt x="446742" y="44784"/>
                </a:lnTo>
                <a:close/>
                <a:moveTo>
                  <a:pt x="500078" y="67457"/>
                </a:moveTo>
                <a:lnTo>
                  <a:pt x="458078" y="67457"/>
                </a:lnTo>
                <a:lnTo>
                  <a:pt x="458078" y="145422"/>
                </a:lnTo>
                <a:lnTo>
                  <a:pt x="500078" y="145422"/>
                </a:lnTo>
                <a:lnTo>
                  <a:pt x="500078" y="67457"/>
                </a:lnTo>
                <a:close/>
                <a:moveTo>
                  <a:pt x="324424" y="44784"/>
                </a:moveTo>
                <a:lnTo>
                  <a:pt x="389063" y="44784"/>
                </a:lnTo>
                <a:cubicBezTo>
                  <a:pt x="395328" y="44784"/>
                  <a:pt x="400367" y="49888"/>
                  <a:pt x="400367" y="56120"/>
                </a:cubicBezTo>
                <a:lnTo>
                  <a:pt x="400367" y="156726"/>
                </a:lnTo>
                <a:cubicBezTo>
                  <a:pt x="400367" y="163024"/>
                  <a:pt x="395328" y="168063"/>
                  <a:pt x="389063" y="168063"/>
                </a:cubicBezTo>
                <a:lnTo>
                  <a:pt x="324424" y="168063"/>
                </a:lnTo>
                <a:cubicBezTo>
                  <a:pt x="318159" y="168063"/>
                  <a:pt x="313087" y="163024"/>
                  <a:pt x="313087" y="156726"/>
                </a:cubicBezTo>
                <a:lnTo>
                  <a:pt x="313087" y="56120"/>
                </a:lnTo>
                <a:cubicBezTo>
                  <a:pt x="313087" y="49855"/>
                  <a:pt x="318192" y="44784"/>
                  <a:pt x="324424" y="44784"/>
                </a:cubicBezTo>
                <a:lnTo>
                  <a:pt x="324424" y="44784"/>
                </a:lnTo>
                <a:close/>
                <a:moveTo>
                  <a:pt x="377727" y="67457"/>
                </a:moveTo>
                <a:lnTo>
                  <a:pt x="335761" y="67457"/>
                </a:lnTo>
                <a:lnTo>
                  <a:pt x="335761" y="145422"/>
                </a:lnTo>
                <a:lnTo>
                  <a:pt x="377727" y="145422"/>
                </a:lnTo>
                <a:lnTo>
                  <a:pt x="377727" y="67457"/>
                </a:lnTo>
                <a:close/>
                <a:moveTo>
                  <a:pt x="255409" y="67457"/>
                </a:moveTo>
                <a:lnTo>
                  <a:pt x="213410" y="67457"/>
                </a:lnTo>
                <a:lnTo>
                  <a:pt x="213410" y="145422"/>
                </a:lnTo>
                <a:lnTo>
                  <a:pt x="255409" y="145422"/>
                </a:lnTo>
                <a:lnTo>
                  <a:pt x="255409" y="6745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5"/>
          <p:cNvSpPr/>
          <p:nvPr/>
        </p:nvSpPr>
        <p:spPr>
          <a:xfrm flipH="1">
            <a:off x="6319738" y="1578543"/>
            <a:ext cx="731319" cy="571525"/>
          </a:xfrm>
          <a:custGeom>
            <a:rect b="b" l="l" r="r" t="t"/>
            <a:pathLst>
              <a:path extrusionOk="0" h="611257" w="773883">
                <a:moveTo>
                  <a:pt x="202040" y="44784"/>
                </a:moveTo>
                <a:lnTo>
                  <a:pt x="266679" y="44784"/>
                </a:lnTo>
                <a:cubicBezTo>
                  <a:pt x="272944" y="44784"/>
                  <a:pt x="278016" y="49888"/>
                  <a:pt x="278016" y="56120"/>
                </a:cubicBezTo>
                <a:lnTo>
                  <a:pt x="278016" y="156726"/>
                </a:lnTo>
                <a:cubicBezTo>
                  <a:pt x="278016" y="163024"/>
                  <a:pt x="272911" y="168063"/>
                  <a:pt x="266679" y="168063"/>
                </a:cubicBezTo>
                <a:lnTo>
                  <a:pt x="202040" y="168063"/>
                </a:lnTo>
                <a:cubicBezTo>
                  <a:pt x="195775" y="168063"/>
                  <a:pt x="190736" y="163024"/>
                  <a:pt x="190736" y="156726"/>
                </a:cubicBezTo>
                <a:lnTo>
                  <a:pt x="190736" y="56120"/>
                </a:lnTo>
                <a:cubicBezTo>
                  <a:pt x="190736" y="49855"/>
                  <a:pt x="195775" y="44784"/>
                  <a:pt x="202040" y="44784"/>
                </a:cubicBezTo>
                <a:lnTo>
                  <a:pt x="202040" y="44784"/>
                </a:lnTo>
                <a:close/>
                <a:moveTo>
                  <a:pt x="751210" y="322170"/>
                </a:moveTo>
                <a:lnTo>
                  <a:pt x="721609" y="322170"/>
                </a:lnTo>
                <a:cubicBezTo>
                  <a:pt x="719222" y="336357"/>
                  <a:pt x="712393" y="349053"/>
                  <a:pt x="702681" y="358799"/>
                </a:cubicBezTo>
                <a:cubicBezTo>
                  <a:pt x="690383" y="371064"/>
                  <a:pt x="673477" y="378688"/>
                  <a:pt x="654715" y="378688"/>
                </a:cubicBezTo>
                <a:cubicBezTo>
                  <a:pt x="635953" y="378688"/>
                  <a:pt x="619014" y="371064"/>
                  <a:pt x="606782" y="358799"/>
                </a:cubicBezTo>
                <a:cubicBezTo>
                  <a:pt x="594484" y="346501"/>
                  <a:pt x="586893" y="329529"/>
                  <a:pt x="586893" y="310800"/>
                </a:cubicBezTo>
                <a:cubicBezTo>
                  <a:pt x="586893" y="292071"/>
                  <a:pt x="594484" y="275099"/>
                  <a:pt x="606782" y="262867"/>
                </a:cubicBezTo>
                <a:cubicBezTo>
                  <a:pt x="619047" y="250569"/>
                  <a:pt x="636019" y="242978"/>
                  <a:pt x="654715" y="242978"/>
                </a:cubicBezTo>
                <a:cubicBezTo>
                  <a:pt x="673411" y="242978"/>
                  <a:pt x="690383" y="250569"/>
                  <a:pt x="702681" y="262867"/>
                </a:cubicBezTo>
                <a:cubicBezTo>
                  <a:pt x="712427" y="272580"/>
                  <a:pt x="719222" y="285276"/>
                  <a:pt x="721609" y="299496"/>
                </a:cubicBezTo>
                <a:lnTo>
                  <a:pt x="751210" y="299496"/>
                </a:lnTo>
                <a:lnTo>
                  <a:pt x="751210" y="145787"/>
                </a:lnTo>
                <a:cubicBezTo>
                  <a:pt x="751210" y="138063"/>
                  <a:pt x="748094" y="131102"/>
                  <a:pt x="742989" y="126030"/>
                </a:cubicBezTo>
                <a:cubicBezTo>
                  <a:pt x="737951" y="120926"/>
                  <a:pt x="730890" y="117810"/>
                  <a:pt x="723233" y="117810"/>
                </a:cubicBezTo>
                <a:lnTo>
                  <a:pt x="697012" y="117810"/>
                </a:lnTo>
                <a:lnTo>
                  <a:pt x="697012" y="178007"/>
                </a:lnTo>
                <a:cubicBezTo>
                  <a:pt x="697012" y="187587"/>
                  <a:pt x="693068" y="196338"/>
                  <a:pt x="686770" y="202670"/>
                </a:cubicBezTo>
                <a:cubicBezTo>
                  <a:pt x="680438" y="208968"/>
                  <a:pt x="671687" y="212912"/>
                  <a:pt x="662107" y="212912"/>
                </a:cubicBezTo>
                <a:lnTo>
                  <a:pt x="632771" y="212912"/>
                </a:lnTo>
                <a:cubicBezTo>
                  <a:pt x="626506" y="212912"/>
                  <a:pt x="621467" y="207841"/>
                  <a:pt x="621467" y="201543"/>
                </a:cubicBezTo>
                <a:cubicBezTo>
                  <a:pt x="621467" y="195244"/>
                  <a:pt x="626506" y="190239"/>
                  <a:pt x="632771" y="190239"/>
                </a:cubicBezTo>
                <a:lnTo>
                  <a:pt x="662107" y="190239"/>
                </a:lnTo>
                <a:cubicBezTo>
                  <a:pt x="665455" y="190239"/>
                  <a:pt x="668538" y="188880"/>
                  <a:pt x="670759" y="186626"/>
                </a:cubicBezTo>
                <a:cubicBezTo>
                  <a:pt x="672980" y="184405"/>
                  <a:pt x="674372" y="181322"/>
                  <a:pt x="674372" y="177974"/>
                </a:cubicBezTo>
                <a:lnTo>
                  <a:pt x="674372" y="34905"/>
                </a:lnTo>
                <a:cubicBezTo>
                  <a:pt x="674372" y="31557"/>
                  <a:pt x="673013" y="28475"/>
                  <a:pt x="670759" y="26254"/>
                </a:cubicBezTo>
                <a:cubicBezTo>
                  <a:pt x="668538" y="24066"/>
                  <a:pt x="665455" y="22640"/>
                  <a:pt x="662107" y="22640"/>
                </a:cubicBezTo>
                <a:lnTo>
                  <a:pt x="261740" y="22640"/>
                </a:lnTo>
                <a:cubicBezTo>
                  <a:pt x="255442" y="22640"/>
                  <a:pt x="250370" y="17602"/>
                  <a:pt x="250370" y="11337"/>
                </a:cubicBezTo>
                <a:cubicBezTo>
                  <a:pt x="250370" y="5072"/>
                  <a:pt x="255442" y="0"/>
                  <a:pt x="261740" y="0"/>
                </a:cubicBezTo>
                <a:lnTo>
                  <a:pt x="662107" y="0"/>
                </a:lnTo>
                <a:cubicBezTo>
                  <a:pt x="671720" y="0"/>
                  <a:pt x="680438" y="3945"/>
                  <a:pt x="686770" y="10243"/>
                </a:cubicBezTo>
                <a:cubicBezTo>
                  <a:pt x="693068" y="16574"/>
                  <a:pt x="697012" y="25325"/>
                  <a:pt x="697012" y="34905"/>
                </a:cubicBezTo>
                <a:lnTo>
                  <a:pt x="697012" y="95136"/>
                </a:lnTo>
                <a:lnTo>
                  <a:pt x="723233" y="95136"/>
                </a:lnTo>
                <a:cubicBezTo>
                  <a:pt x="737188" y="95136"/>
                  <a:pt x="749851" y="100804"/>
                  <a:pt x="759000" y="110020"/>
                </a:cubicBezTo>
                <a:cubicBezTo>
                  <a:pt x="768182" y="119169"/>
                  <a:pt x="773884" y="131831"/>
                  <a:pt x="773884" y="145787"/>
                </a:cubicBezTo>
                <a:lnTo>
                  <a:pt x="773884" y="461194"/>
                </a:lnTo>
                <a:cubicBezTo>
                  <a:pt x="773884" y="475150"/>
                  <a:pt x="768182" y="487813"/>
                  <a:pt x="759000" y="496962"/>
                </a:cubicBezTo>
                <a:cubicBezTo>
                  <a:pt x="749851" y="506177"/>
                  <a:pt x="737188" y="511878"/>
                  <a:pt x="723233" y="511878"/>
                </a:cubicBezTo>
                <a:lnTo>
                  <a:pt x="697012" y="511878"/>
                </a:lnTo>
                <a:lnTo>
                  <a:pt x="697012" y="527359"/>
                </a:lnTo>
                <a:cubicBezTo>
                  <a:pt x="697012" y="536541"/>
                  <a:pt x="693300" y="544828"/>
                  <a:pt x="687234" y="550828"/>
                </a:cubicBezTo>
                <a:cubicBezTo>
                  <a:pt x="681234" y="556861"/>
                  <a:pt x="672914" y="560607"/>
                  <a:pt x="663798" y="560607"/>
                </a:cubicBezTo>
                <a:lnTo>
                  <a:pt x="635356" y="560607"/>
                </a:lnTo>
                <a:cubicBezTo>
                  <a:pt x="633036" y="573170"/>
                  <a:pt x="626970" y="584374"/>
                  <a:pt x="618252" y="593092"/>
                </a:cubicBezTo>
                <a:cubicBezTo>
                  <a:pt x="607014" y="604263"/>
                  <a:pt x="591567" y="611224"/>
                  <a:pt x="574463" y="611224"/>
                </a:cubicBezTo>
                <a:cubicBezTo>
                  <a:pt x="557358" y="611224"/>
                  <a:pt x="541845" y="604296"/>
                  <a:pt x="530640" y="593092"/>
                </a:cubicBezTo>
                <a:cubicBezTo>
                  <a:pt x="521989" y="584407"/>
                  <a:pt x="515856" y="573170"/>
                  <a:pt x="513536" y="560607"/>
                </a:cubicBezTo>
                <a:lnTo>
                  <a:pt x="412599" y="560607"/>
                </a:lnTo>
                <a:cubicBezTo>
                  <a:pt x="406334" y="560607"/>
                  <a:pt x="401295" y="555502"/>
                  <a:pt x="401295" y="549270"/>
                </a:cubicBezTo>
                <a:cubicBezTo>
                  <a:pt x="401295" y="543038"/>
                  <a:pt x="406334" y="537966"/>
                  <a:pt x="412599" y="537966"/>
                </a:cubicBezTo>
                <a:lnTo>
                  <a:pt x="513536" y="537966"/>
                </a:lnTo>
                <a:cubicBezTo>
                  <a:pt x="515856" y="525403"/>
                  <a:pt x="521989" y="514132"/>
                  <a:pt x="530640" y="505481"/>
                </a:cubicBezTo>
                <a:cubicBezTo>
                  <a:pt x="541878" y="494243"/>
                  <a:pt x="557325" y="487315"/>
                  <a:pt x="574463" y="487315"/>
                </a:cubicBezTo>
                <a:cubicBezTo>
                  <a:pt x="591600" y="487315"/>
                  <a:pt x="607014" y="494243"/>
                  <a:pt x="618252" y="505481"/>
                </a:cubicBezTo>
                <a:cubicBezTo>
                  <a:pt x="626937" y="514132"/>
                  <a:pt x="633036" y="525403"/>
                  <a:pt x="635356" y="537966"/>
                </a:cubicBezTo>
                <a:lnTo>
                  <a:pt x="663798" y="537966"/>
                </a:lnTo>
                <a:cubicBezTo>
                  <a:pt x="666682" y="537966"/>
                  <a:pt x="669334" y="536773"/>
                  <a:pt x="671223" y="534850"/>
                </a:cubicBezTo>
                <a:cubicBezTo>
                  <a:pt x="673146" y="532928"/>
                  <a:pt x="674339" y="530309"/>
                  <a:pt x="674339" y="527392"/>
                </a:cubicBezTo>
                <a:lnTo>
                  <a:pt x="674339" y="490464"/>
                </a:lnTo>
                <a:lnTo>
                  <a:pt x="674372" y="490464"/>
                </a:lnTo>
                <a:cubicBezTo>
                  <a:pt x="674372" y="483105"/>
                  <a:pt x="649345" y="472829"/>
                  <a:pt x="619246" y="463813"/>
                </a:cubicBezTo>
                <a:cubicBezTo>
                  <a:pt x="589910" y="455062"/>
                  <a:pt x="556364" y="448830"/>
                  <a:pt x="533325" y="447405"/>
                </a:cubicBezTo>
                <a:cubicBezTo>
                  <a:pt x="531569" y="452476"/>
                  <a:pt x="528652" y="456951"/>
                  <a:pt x="524972" y="460697"/>
                </a:cubicBezTo>
                <a:cubicBezTo>
                  <a:pt x="518574" y="467095"/>
                  <a:pt x="509757" y="471006"/>
                  <a:pt x="500044" y="471006"/>
                </a:cubicBezTo>
                <a:lnTo>
                  <a:pt x="166869" y="471006"/>
                </a:lnTo>
                <a:cubicBezTo>
                  <a:pt x="157190" y="471006"/>
                  <a:pt x="148339" y="467062"/>
                  <a:pt x="141975" y="460697"/>
                </a:cubicBezTo>
                <a:cubicBezTo>
                  <a:pt x="138196" y="456918"/>
                  <a:pt x="135246" y="452244"/>
                  <a:pt x="133489" y="447106"/>
                </a:cubicBezTo>
                <a:lnTo>
                  <a:pt x="118307" y="447106"/>
                </a:lnTo>
                <a:cubicBezTo>
                  <a:pt x="112904" y="447106"/>
                  <a:pt x="108893" y="449592"/>
                  <a:pt x="106009" y="453206"/>
                </a:cubicBezTo>
                <a:cubicBezTo>
                  <a:pt x="101600" y="458775"/>
                  <a:pt x="99578" y="466830"/>
                  <a:pt x="99578" y="473724"/>
                </a:cubicBezTo>
                <a:lnTo>
                  <a:pt x="99578" y="527425"/>
                </a:lnTo>
                <a:cubicBezTo>
                  <a:pt x="99578" y="533259"/>
                  <a:pt x="104285" y="537999"/>
                  <a:pt x="110119" y="537999"/>
                </a:cubicBezTo>
                <a:lnTo>
                  <a:pt x="129279" y="537999"/>
                </a:lnTo>
                <a:cubicBezTo>
                  <a:pt x="131599" y="525436"/>
                  <a:pt x="137732" y="514166"/>
                  <a:pt x="146384" y="505514"/>
                </a:cubicBezTo>
                <a:cubicBezTo>
                  <a:pt x="157621" y="494276"/>
                  <a:pt x="173101" y="487348"/>
                  <a:pt x="190206" y="487348"/>
                </a:cubicBezTo>
                <a:cubicBezTo>
                  <a:pt x="207310" y="487348"/>
                  <a:pt x="222824" y="494276"/>
                  <a:pt x="233995" y="505514"/>
                </a:cubicBezTo>
                <a:cubicBezTo>
                  <a:pt x="242680" y="514166"/>
                  <a:pt x="248779" y="525436"/>
                  <a:pt x="251133" y="537999"/>
                </a:cubicBezTo>
                <a:lnTo>
                  <a:pt x="361285" y="537999"/>
                </a:lnTo>
                <a:cubicBezTo>
                  <a:pt x="367550" y="537999"/>
                  <a:pt x="372622" y="543038"/>
                  <a:pt x="372622" y="549303"/>
                </a:cubicBezTo>
                <a:cubicBezTo>
                  <a:pt x="372622" y="555568"/>
                  <a:pt x="367517" y="560640"/>
                  <a:pt x="361285" y="560640"/>
                </a:cubicBezTo>
                <a:lnTo>
                  <a:pt x="251133" y="560640"/>
                </a:lnTo>
                <a:cubicBezTo>
                  <a:pt x="248779" y="573203"/>
                  <a:pt x="242680" y="584407"/>
                  <a:pt x="233995" y="593125"/>
                </a:cubicBezTo>
                <a:cubicBezTo>
                  <a:pt x="222824" y="604296"/>
                  <a:pt x="207310" y="611257"/>
                  <a:pt x="190206" y="611257"/>
                </a:cubicBezTo>
                <a:cubicBezTo>
                  <a:pt x="173101" y="611257"/>
                  <a:pt x="157588" y="604329"/>
                  <a:pt x="146384" y="593125"/>
                </a:cubicBezTo>
                <a:cubicBezTo>
                  <a:pt x="137732" y="584440"/>
                  <a:pt x="131599" y="573203"/>
                  <a:pt x="129279" y="560640"/>
                </a:cubicBezTo>
                <a:lnTo>
                  <a:pt x="110119" y="560640"/>
                </a:lnTo>
                <a:cubicBezTo>
                  <a:pt x="91821" y="560640"/>
                  <a:pt x="76871" y="545690"/>
                  <a:pt x="76871" y="527392"/>
                </a:cubicBezTo>
                <a:lnTo>
                  <a:pt x="76871" y="511911"/>
                </a:lnTo>
                <a:lnTo>
                  <a:pt x="50651" y="511911"/>
                </a:lnTo>
                <a:cubicBezTo>
                  <a:pt x="36728" y="511911"/>
                  <a:pt x="24033" y="506210"/>
                  <a:pt x="14884" y="496995"/>
                </a:cubicBezTo>
                <a:cubicBezTo>
                  <a:pt x="5702" y="487813"/>
                  <a:pt x="0" y="475183"/>
                  <a:pt x="0" y="461227"/>
                </a:cubicBezTo>
                <a:lnTo>
                  <a:pt x="0" y="145787"/>
                </a:lnTo>
                <a:cubicBezTo>
                  <a:pt x="0" y="131831"/>
                  <a:pt x="5702" y="119169"/>
                  <a:pt x="14884" y="110020"/>
                </a:cubicBezTo>
                <a:cubicBezTo>
                  <a:pt x="24033" y="100804"/>
                  <a:pt x="36728" y="95136"/>
                  <a:pt x="50651" y="95136"/>
                </a:cubicBezTo>
                <a:lnTo>
                  <a:pt x="76871" y="95136"/>
                </a:lnTo>
                <a:lnTo>
                  <a:pt x="76871" y="75015"/>
                </a:lnTo>
                <a:cubicBezTo>
                  <a:pt x="76871" y="64706"/>
                  <a:pt x="81114" y="55292"/>
                  <a:pt x="87910" y="48496"/>
                </a:cubicBezTo>
                <a:cubicBezTo>
                  <a:pt x="94672" y="41701"/>
                  <a:pt x="104053" y="37491"/>
                  <a:pt x="114428" y="37491"/>
                </a:cubicBezTo>
                <a:lnTo>
                  <a:pt x="146052" y="37491"/>
                </a:lnTo>
                <a:lnTo>
                  <a:pt x="146052" y="34905"/>
                </a:lnTo>
                <a:cubicBezTo>
                  <a:pt x="146052" y="25292"/>
                  <a:pt x="149997" y="16574"/>
                  <a:pt x="156295" y="10243"/>
                </a:cubicBezTo>
                <a:cubicBezTo>
                  <a:pt x="162626" y="3945"/>
                  <a:pt x="171377" y="0"/>
                  <a:pt x="180957" y="0"/>
                </a:cubicBezTo>
                <a:lnTo>
                  <a:pt x="210294" y="0"/>
                </a:lnTo>
                <a:cubicBezTo>
                  <a:pt x="216559" y="0"/>
                  <a:pt x="221631" y="5105"/>
                  <a:pt x="221631" y="11337"/>
                </a:cubicBezTo>
                <a:cubicBezTo>
                  <a:pt x="221631" y="17569"/>
                  <a:pt x="216526" y="22640"/>
                  <a:pt x="210294" y="22640"/>
                </a:cubicBezTo>
                <a:lnTo>
                  <a:pt x="180957" y="22640"/>
                </a:lnTo>
                <a:cubicBezTo>
                  <a:pt x="177609" y="22640"/>
                  <a:pt x="174527" y="24066"/>
                  <a:pt x="172306" y="26254"/>
                </a:cubicBezTo>
                <a:cubicBezTo>
                  <a:pt x="170085" y="28475"/>
                  <a:pt x="168692" y="31557"/>
                  <a:pt x="168692" y="34905"/>
                </a:cubicBezTo>
                <a:lnTo>
                  <a:pt x="168692" y="178007"/>
                </a:lnTo>
                <a:cubicBezTo>
                  <a:pt x="168692" y="181355"/>
                  <a:pt x="170052" y="184438"/>
                  <a:pt x="172306" y="186659"/>
                </a:cubicBezTo>
                <a:cubicBezTo>
                  <a:pt x="174527" y="188880"/>
                  <a:pt x="177609" y="190272"/>
                  <a:pt x="180957" y="190272"/>
                </a:cubicBezTo>
                <a:lnTo>
                  <a:pt x="581391" y="190272"/>
                </a:lnTo>
                <a:cubicBezTo>
                  <a:pt x="587656" y="190272"/>
                  <a:pt x="592694" y="195344"/>
                  <a:pt x="592694" y="201576"/>
                </a:cubicBezTo>
                <a:cubicBezTo>
                  <a:pt x="592694" y="207808"/>
                  <a:pt x="587623" y="212946"/>
                  <a:pt x="581391" y="212946"/>
                </a:cubicBezTo>
                <a:lnTo>
                  <a:pt x="181024" y="212946"/>
                </a:lnTo>
                <a:cubicBezTo>
                  <a:pt x="171411" y="212946"/>
                  <a:pt x="162693" y="209001"/>
                  <a:pt x="156361" y="202703"/>
                </a:cubicBezTo>
                <a:cubicBezTo>
                  <a:pt x="150063" y="196371"/>
                  <a:pt x="146118" y="187620"/>
                  <a:pt x="146118" y="178040"/>
                </a:cubicBezTo>
                <a:lnTo>
                  <a:pt x="146118" y="175455"/>
                </a:lnTo>
                <a:lnTo>
                  <a:pt x="114495" y="175455"/>
                </a:lnTo>
                <a:cubicBezTo>
                  <a:pt x="104119" y="175455"/>
                  <a:pt x="94738" y="171245"/>
                  <a:pt x="87976" y="164449"/>
                </a:cubicBezTo>
                <a:cubicBezTo>
                  <a:pt x="81181" y="157654"/>
                  <a:pt x="76938" y="148273"/>
                  <a:pt x="76938" y="137931"/>
                </a:cubicBezTo>
                <a:lnTo>
                  <a:pt x="76938" y="117843"/>
                </a:lnTo>
                <a:lnTo>
                  <a:pt x="50717" y="117843"/>
                </a:lnTo>
                <a:cubicBezTo>
                  <a:pt x="43060" y="117843"/>
                  <a:pt x="36066" y="120959"/>
                  <a:pt x="30961" y="126064"/>
                </a:cubicBezTo>
                <a:cubicBezTo>
                  <a:pt x="25922" y="131102"/>
                  <a:pt x="22740" y="138096"/>
                  <a:pt x="22740" y="145820"/>
                </a:cubicBezTo>
                <a:lnTo>
                  <a:pt x="22740" y="299529"/>
                </a:lnTo>
                <a:lnTo>
                  <a:pt x="52341" y="299529"/>
                </a:lnTo>
                <a:cubicBezTo>
                  <a:pt x="54695" y="285309"/>
                  <a:pt x="61524" y="272613"/>
                  <a:pt x="71236" y="262900"/>
                </a:cubicBezTo>
                <a:cubicBezTo>
                  <a:pt x="83534" y="250602"/>
                  <a:pt x="100506" y="243011"/>
                  <a:pt x="119202" y="243011"/>
                </a:cubicBezTo>
                <a:cubicBezTo>
                  <a:pt x="137898" y="243011"/>
                  <a:pt x="154903" y="250602"/>
                  <a:pt x="167201" y="262900"/>
                </a:cubicBezTo>
                <a:cubicBezTo>
                  <a:pt x="179466" y="275165"/>
                  <a:pt x="187090" y="292137"/>
                  <a:pt x="187090" y="310833"/>
                </a:cubicBezTo>
                <a:cubicBezTo>
                  <a:pt x="187090" y="329529"/>
                  <a:pt x="179466" y="346534"/>
                  <a:pt x="167201" y="358832"/>
                </a:cubicBezTo>
                <a:cubicBezTo>
                  <a:pt x="154903" y="371097"/>
                  <a:pt x="137931" y="378721"/>
                  <a:pt x="119202" y="378721"/>
                </a:cubicBezTo>
                <a:cubicBezTo>
                  <a:pt x="100473" y="378721"/>
                  <a:pt x="83501" y="371097"/>
                  <a:pt x="71236" y="358832"/>
                </a:cubicBezTo>
                <a:cubicBezTo>
                  <a:pt x="61490" y="349053"/>
                  <a:pt x="54695" y="336390"/>
                  <a:pt x="52341" y="322203"/>
                </a:cubicBezTo>
                <a:lnTo>
                  <a:pt x="22707" y="322203"/>
                </a:lnTo>
                <a:lnTo>
                  <a:pt x="22707" y="461227"/>
                </a:lnTo>
                <a:cubicBezTo>
                  <a:pt x="22707" y="468918"/>
                  <a:pt x="25889" y="475912"/>
                  <a:pt x="30928" y="480984"/>
                </a:cubicBezTo>
                <a:cubicBezTo>
                  <a:pt x="36032" y="486089"/>
                  <a:pt x="43027" y="489205"/>
                  <a:pt x="50684" y="489205"/>
                </a:cubicBezTo>
                <a:lnTo>
                  <a:pt x="76904" y="489205"/>
                </a:lnTo>
                <a:lnTo>
                  <a:pt x="76904" y="473691"/>
                </a:lnTo>
                <a:cubicBezTo>
                  <a:pt x="76904" y="462421"/>
                  <a:pt x="80518" y="448963"/>
                  <a:pt x="88341" y="439084"/>
                </a:cubicBezTo>
                <a:cubicBezTo>
                  <a:pt x="95202" y="430433"/>
                  <a:pt x="105114" y="424433"/>
                  <a:pt x="118340" y="424433"/>
                </a:cubicBezTo>
                <a:lnTo>
                  <a:pt x="142969" y="424433"/>
                </a:lnTo>
                <a:cubicBezTo>
                  <a:pt x="152615" y="424433"/>
                  <a:pt x="165941" y="413328"/>
                  <a:pt x="180858" y="400964"/>
                </a:cubicBezTo>
                <a:cubicBezTo>
                  <a:pt x="203299" y="382268"/>
                  <a:pt x="228658" y="361152"/>
                  <a:pt x="260282" y="361152"/>
                </a:cubicBezTo>
                <a:lnTo>
                  <a:pt x="399041" y="361152"/>
                </a:lnTo>
                <a:cubicBezTo>
                  <a:pt x="431228" y="361152"/>
                  <a:pt x="459371" y="382533"/>
                  <a:pt x="483901" y="401163"/>
                </a:cubicBezTo>
                <a:cubicBezTo>
                  <a:pt x="499746" y="413195"/>
                  <a:pt x="513900" y="423902"/>
                  <a:pt x="523281" y="424433"/>
                </a:cubicBezTo>
                <a:cubicBezTo>
                  <a:pt x="552552" y="426156"/>
                  <a:pt x="600186" y="434510"/>
                  <a:pt x="625743" y="442134"/>
                </a:cubicBezTo>
                <a:cubicBezTo>
                  <a:pt x="663831" y="453504"/>
                  <a:pt x="695587" y="470111"/>
                  <a:pt x="696946" y="489238"/>
                </a:cubicBezTo>
                <a:lnTo>
                  <a:pt x="723266" y="489238"/>
                </a:lnTo>
                <a:cubicBezTo>
                  <a:pt x="730990" y="489238"/>
                  <a:pt x="737951" y="486089"/>
                  <a:pt x="743023" y="481017"/>
                </a:cubicBezTo>
                <a:cubicBezTo>
                  <a:pt x="748127" y="475945"/>
                  <a:pt x="751243" y="468984"/>
                  <a:pt x="751243" y="461261"/>
                </a:cubicBezTo>
                <a:lnTo>
                  <a:pt x="751243" y="322236"/>
                </a:lnTo>
                <a:close/>
                <a:moveTo>
                  <a:pt x="146085" y="60131"/>
                </a:moveTo>
                <a:lnTo>
                  <a:pt x="114462" y="60131"/>
                </a:lnTo>
                <a:cubicBezTo>
                  <a:pt x="110351" y="60131"/>
                  <a:pt x="106672" y="61822"/>
                  <a:pt x="103954" y="64507"/>
                </a:cubicBezTo>
                <a:cubicBezTo>
                  <a:pt x="101235" y="67192"/>
                  <a:pt x="99578" y="70938"/>
                  <a:pt x="99578" y="75015"/>
                </a:cubicBezTo>
                <a:lnTo>
                  <a:pt x="99578" y="137898"/>
                </a:lnTo>
                <a:cubicBezTo>
                  <a:pt x="99578" y="141975"/>
                  <a:pt x="101235" y="145687"/>
                  <a:pt x="103954" y="148406"/>
                </a:cubicBezTo>
                <a:cubicBezTo>
                  <a:pt x="106639" y="151091"/>
                  <a:pt x="110384" y="152781"/>
                  <a:pt x="114462" y="152781"/>
                </a:cubicBezTo>
                <a:lnTo>
                  <a:pt x="146085" y="152781"/>
                </a:lnTo>
                <a:lnTo>
                  <a:pt x="146085" y="60164"/>
                </a:lnTo>
                <a:close/>
                <a:moveTo>
                  <a:pt x="636351" y="322170"/>
                </a:moveTo>
                <a:cubicBezTo>
                  <a:pt x="630086" y="322170"/>
                  <a:pt x="625047" y="317065"/>
                  <a:pt x="625047" y="310833"/>
                </a:cubicBezTo>
                <a:cubicBezTo>
                  <a:pt x="625047" y="304601"/>
                  <a:pt x="630086" y="299529"/>
                  <a:pt x="636351" y="299529"/>
                </a:cubicBezTo>
                <a:lnTo>
                  <a:pt x="673013" y="299529"/>
                </a:lnTo>
                <a:cubicBezTo>
                  <a:pt x="679278" y="299529"/>
                  <a:pt x="684383" y="304568"/>
                  <a:pt x="684383" y="310833"/>
                </a:cubicBezTo>
                <a:cubicBezTo>
                  <a:pt x="684383" y="317098"/>
                  <a:pt x="679278" y="322170"/>
                  <a:pt x="673013" y="322170"/>
                </a:cubicBezTo>
                <a:lnTo>
                  <a:pt x="636351" y="322170"/>
                </a:lnTo>
                <a:close/>
                <a:moveTo>
                  <a:pt x="100904" y="322170"/>
                </a:moveTo>
                <a:cubicBezTo>
                  <a:pt x="94639" y="322170"/>
                  <a:pt x="89567" y="317065"/>
                  <a:pt x="89567" y="310833"/>
                </a:cubicBezTo>
                <a:cubicBezTo>
                  <a:pt x="89567" y="304601"/>
                  <a:pt x="94672" y="299529"/>
                  <a:pt x="100904" y="299529"/>
                </a:cubicBezTo>
                <a:lnTo>
                  <a:pt x="107931" y="299529"/>
                </a:lnTo>
                <a:lnTo>
                  <a:pt x="107931" y="292502"/>
                </a:lnTo>
                <a:cubicBezTo>
                  <a:pt x="107931" y="286237"/>
                  <a:pt x="112970" y="281198"/>
                  <a:pt x="119235" y="281198"/>
                </a:cubicBezTo>
                <a:cubicBezTo>
                  <a:pt x="125500" y="281198"/>
                  <a:pt x="130572" y="286237"/>
                  <a:pt x="130572" y="292502"/>
                </a:cubicBezTo>
                <a:lnTo>
                  <a:pt x="130572" y="299529"/>
                </a:lnTo>
                <a:lnTo>
                  <a:pt x="137566" y="299529"/>
                </a:lnTo>
                <a:cubicBezTo>
                  <a:pt x="143831" y="299529"/>
                  <a:pt x="148903" y="304568"/>
                  <a:pt x="148903" y="310833"/>
                </a:cubicBezTo>
                <a:cubicBezTo>
                  <a:pt x="148903" y="317098"/>
                  <a:pt x="143798" y="322170"/>
                  <a:pt x="137566" y="322170"/>
                </a:cubicBezTo>
                <a:lnTo>
                  <a:pt x="130572" y="322170"/>
                </a:lnTo>
                <a:lnTo>
                  <a:pt x="130572" y="329164"/>
                </a:lnTo>
                <a:cubicBezTo>
                  <a:pt x="130572" y="335429"/>
                  <a:pt x="125467" y="340534"/>
                  <a:pt x="119235" y="340534"/>
                </a:cubicBezTo>
                <a:cubicBezTo>
                  <a:pt x="113003" y="340534"/>
                  <a:pt x="107931" y="335429"/>
                  <a:pt x="107931" y="329164"/>
                </a:cubicBezTo>
                <a:lnTo>
                  <a:pt x="107931" y="322170"/>
                </a:lnTo>
                <a:lnTo>
                  <a:pt x="100904" y="322170"/>
                </a:lnTo>
                <a:close/>
                <a:moveTo>
                  <a:pt x="686670" y="278911"/>
                </a:moveTo>
                <a:cubicBezTo>
                  <a:pt x="678483" y="270723"/>
                  <a:pt x="667179" y="265685"/>
                  <a:pt x="654715" y="265685"/>
                </a:cubicBezTo>
                <a:cubicBezTo>
                  <a:pt x="642251" y="265685"/>
                  <a:pt x="630981" y="270757"/>
                  <a:pt x="622793" y="278911"/>
                </a:cubicBezTo>
                <a:cubicBezTo>
                  <a:pt x="614605" y="287066"/>
                  <a:pt x="609567" y="298369"/>
                  <a:pt x="609567" y="310833"/>
                </a:cubicBezTo>
                <a:cubicBezTo>
                  <a:pt x="609567" y="323297"/>
                  <a:pt x="614639" y="334600"/>
                  <a:pt x="622793" y="342788"/>
                </a:cubicBezTo>
                <a:cubicBezTo>
                  <a:pt x="630981" y="350976"/>
                  <a:pt x="642251" y="356014"/>
                  <a:pt x="654715" y="356014"/>
                </a:cubicBezTo>
                <a:cubicBezTo>
                  <a:pt x="667179" y="356014"/>
                  <a:pt x="678483" y="350976"/>
                  <a:pt x="686670" y="342788"/>
                </a:cubicBezTo>
                <a:cubicBezTo>
                  <a:pt x="694858" y="334600"/>
                  <a:pt x="699896" y="323297"/>
                  <a:pt x="699896" y="310833"/>
                </a:cubicBezTo>
                <a:cubicBezTo>
                  <a:pt x="699896" y="298369"/>
                  <a:pt x="694825" y="287066"/>
                  <a:pt x="686670" y="278911"/>
                </a:cubicBezTo>
                <a:lnTo>
                  <a:pt x="686670" y="278911"/>
                </a:lnTo>
                <a:close/>
                <a:moveTo>
                  <a:pt x="151223" y="278911"/>
                </a:moveTo>
                <a:cubicBezTo>
                  <a:pt x="143036" y="270723"/>
                  <a:pt x="131732" y="265685"/>
                  <a:pt x="119268" y="265685"/>
                </a:cubicBezTo>
                <a:cubicBezTo>
                  <a:pt x="106804" y="265685"/>
                  <a:pt x="95501" y="270757"/>
                  <a:pt x="87346" y="278911"/>
                </a:cubicBezTo>
                <a:cubicBezTo>
                  <a:pt x="79159" y="287066"/>
                  <a:pt x="74120" y="298369"/>
                  <a:pt x="74120" y="310833"/>
                </a:cubicBezTo>
                <a:cubicBezTo>
                  <a:pt x="74120" y="323297"/>
                  <a:pt x="79159" y="334600"/>
                  <a:pt x="87346" y="342788"/>
                </a:cubicBezTo>
                <a:cubicBezTo>
                  <a:pt x="95501" y="350976"/>
                  <a:pt x="106804" y="356014"/>
                  <a:pt x="119268" y="356014"/>
                </a:cubicBezTo>
                <a:cubicBezTo>
                  <a:pt x="131732" y="356014"/>
                  <a:pt x="143036" y="350976"/>
                  <a:pt x="151223" y="342788"/>
                </a:cubicBezTo>
                <a:cubicBezTo>
                  <a:pt x="159378" y="334600"/>
                  <a:pt x="164416" y="323297"/>
                  <a:pt x="164416" y="310833"/>
                </a:cubicBezTo>
                <a:cubicBezTo>
                  <a:pt x="164416" y="298369"/>
                  <a:pt x="159378" y="287066"/>
                  <a:pt x="151223" y="278911"/>
                </a:cubicBezTo>
                <a:lnTo>
                  <a:pt x="151223" y="278911"/>
                </a:lnTo>
                <a:close/>
                <a:moveTo>
                  <a:pt x="341031" y="383793"/>
                </a:moveTo>
                <a:lnTo>
                  <a:pt x="341031" y="448300"/>
                </a:lnTo>
                <a:lnTo>
                  <a:pt x="500111" y="448300"/>
                </a:lnTo>
                <a:cubicBezTo>
                  <a:pt x="503724" y="448300"/>
                  <a:pt x="507105" y="446742"/>
                  <a:pt x="509459" y="444090"/>
                </a:cubicBezTo>
                <a:cubicBezTo>
                  <a:pt x="497061" y="439416"/>
                  <a:pt x="484266" y="429703"/>
                  <a:pt x="470310" y="419063"/>
                </a:cubicBezTo>
                <a:cubicBezTo>
                  <a:pt x="448631" y="402621"/>
                  <a:pt x="423803" y="383760"/>
                  <a:pt x="399107" y="383760"/>
                </a:cubicBezTo>
                <a:lnTo>
                  <a:pt x="341064" y="383760"/>
                </a:lnTo>
                <a:close/>
                <a:moveTo>
                  <a:pt x="318358" y="448300"/>
                </a:moveTo>
                <a:lnTo>
                  <a:pt x="318358" y="383793"/>
                </a:lnTo>
                <a:lnTo>
                  <a:pt x="260315" y="383793"/>
                </a:lnTo>
                <a:cubicBezTo>
                  <a:pt x="236746" y="383793"/>
                  <a:pt x="214769" y="402091"/>
                  <a:pt x="195311" y="418267"/>
                </a:cubicBezTo>
                <a:cubicBezTo>
                  <a:pt x="182151" y="429206"/>
                  <a:pt x="169985" y="439350"/>
                  <a:pt x="157588" y="444156"/>
                </a:cubicBezTo>
                <a:cubicBezTo>
                  <a:pt x="159974" y="446775"/>
                  <a:pt x="163322" y="448300"/>
                  <a:pt x="166869" y="448300"/>
                </a:cubicBezTo>
                <a:lnTo>
                  <a:pt x="318325" y="448300"/>
                </a:lnTo>
                <a:close/>
                <a:moveTo>
                  <a:pt x="602274" y="521491"/>
                </a:moveTo>
                <a:cubicBezTo>
                  <a:pt x="595180" y="514398"/>
                  <a:pt x="585335" y="510022"/>
                  <a:pt x="574496" y="510022"/>
                </a:cubicBezTo>
                <a:cubicBezTo>
                  <a:pt x="563656" y="510022"/>
                  <a:pt x="553811" y="514398"/>
                  <a:pt x="546684" y="521491"/>
                </a:cubicBezTo>
                <a:cubicBezTo>
                  <a:pt x="539624" y="528618"/>
                  <a:pt x="535215" y="538430"/>
                  <a:pt x="535215" y="549270"/>
                </a:cubicBezTo>
                <a:cubicBezTo>
                  <a:pt x="535215" y="560109"/>
                  <a:pt x="539624" y="569954"/>
                  <a:pt x="546684" y="577081"/>
                </a:cubicBezTo>
                <a:cubicBezTo>
                  <a:pt x="553778" y="584142"/>
                  <a:pt x="563656" y="588551"/>
                  <a:pt x="574496" y="588551"/>
                </a:cubicBezTo>
                <a:cubicBezTo>
                  <a:pt x="585335" y="588551"/>
                  <a:pt x="595147" y="584142"/>
                  <a:pt x="602274" y="577081"/>
                </a:cubicBezTo>
                <a:cubicBezTo>
                  <a:pt x="609368" y="569988"/>
                  <a:pt x="613744" y="560143"/>
                  <a:pt x="613744" y="549270"/>
                </a:cubicBezTo>
                <a:cubicBezTo>
                  <a:pt x="613744" y="538397"/>
                  <a:pt x="609368" y="528618"/>
                  <a:pt x="602274" y="521491"/>
                </a:cubicBezTo>
                <a:lnTo>
                  <a:pt x="602274" y="521491"/>
                </a:lnTo>
                <a:close/>
                <a:moveTo>
                  <a:pt x="218017" y="521491"/>
                </a:moveTo>
                <a:cubicBezTo>
                  <a:pt x="210924" y="514398"/>
                  <a:pt x="201112" y="510022"/>
                  <a:pt x="190272" y="510022"/>
                </a:cubicBezTo>
                <a:cubicBezTo>
                  <a:pt x="179433" y="510022"/>
                  <a:pt x="169587" y="514398"/>
                  <a:pt x="162494" y="521491"/>
                </a:cubicBezTo>
                <a:cubicBezTo>
                  <a:pt x="155367" y="528618"/>
                  <a:pt x="150958" y="538430"/>
                  <a:pt x="150958" y="549270"/>
                </a:cubicBezTo>
                <a:cubicBezTo>
                  <a:pt x="150958" y="560109"/>
                  <a:pt x="155367" y="569954"/>
                  <a:pt x="162494" y="577081"/>
                </a:cubicBezTo>
                <a:cubicBezTo>
                  <a:pt x="169554" y="584142"/>
                  <a:pt x="179433" y="588551"/>
                  <a:pt x="190272" y="588551"/>
                </a:cubicBezTo>
                <a:cubicBezTo>
                  <a:pt x="201112" y="588551"/>
                  <a:pt x="210924" y="584142"/>
                  <a:pt x="218017" y="577081"/>
                </a:cubicBezTo>
                <a:cubicBezTo>
                  <a:pt x="225144" y="569988"/>
                  <a:pt x="229553" y="560143"/>
                  <a:pt x="229553" y="549270"/>
                </a:cubicBezTo>
                <a:cubicBezTo>
                  <a:pt x="229553" y="538397"/>
                  <a:pt x="225144" y="528618"/>
                  <a:pt x="218017" y="521491"/>
                </a:cubicBezTo>
                <a:lnTo>
                  <a:pt x="218017" y="521491"/>
                </a:lnTo>
                <a:close/>
                <a:moveTo>
                  <a:pt x="458940" y="512807"/>
                </a:moveTo>
                <a:cubicBezTo>
                  <a:pt x="452675" y="512807"/>
                  <a:pt x="447637" y="507768"/>
                  <a:pt x="447637" y="501470"/>
                </a:cubicBezTo>
                <a:cubicBezTo>
                  <a:pt x="447637" y="495172"/>
                  <a:pt x="452708" y="490166"/>
                  <a:pt x="458940" y="490166"/>
                </a:cubicBezTo>
                <a:lnTo>
                  <a:pt x="485194" y="490166"/>
                </a:lnTo>
                <a:cubicBezTo>
                  <a:pt x="491459" y="490166"/>
                  <a:pt x="496564" y="495238"/>
                  <a:pt x="496564" y="501470"/>
                </a:cubicBezTo>
                <a:cubicBezTo>
                  <a:pt x="496564" y="507702"/>
                  <a:pt x="491459" y="512807"/>
                  <a:pt x="485194" y="512807"/>
                </a:cubicBezTo>
                <a:lnTo>
                  <a:pt x="458940" y="512807"/>
                </a:lnTo>
                <a:close/>
                <a:moveTo>
                  <a:pt x="288756" y="512807"/>
                </a:moveTo>
                <a:cubicBezTo>
                  <a:pt x="282491" y="512807"/>
                  <a:pt x="277419" y="507768"/>
                  <a:pt x="277419" y="501470"/>
                </a:cubicBezTo>
                <a:cubicBezTo>
                  <a:pt x="277419" y="495172"/>
                  <a:pt x="282524" y="490166"/>
                  <a:pt x="288756" y="490166"/>
                </a:cubicBezTo>
                <a:lnTo>
                  <a:pt x="315010" y="490166"/>
                </a:lnTo>
                <a:cubicBezTo>
                  <a:pt x="321275" y="490166"/>
                  <a:pt x="326380" y="495238"/>
                  <a:pt x="326380" y="501470"/>
                </a:cubicBezTo>
                <a:cubicBezTo>
                  <a:pt x="326380" y="507702"/>
                  <a:pt x="321275" y="512807"/>
                  <a:pt x="315010" y="512807"/>
                </a:cubicBezTo>
                <a:lnTo>
                  <a:pt x="288756" y="512807"/>
                </a:lnTo>
                <a:close/>
                <a:moveTo>
                  <a:pt x="569093" y="44784"/>
                </a:moveTo>
                <a:lnTo>
                  <a:pt x="633732" y="44784"/>
                </a:lnTo>
                <a:cubicBezTo>
                  <a:pt x="639997" y="44784"/>
                  <a:pt x="645036" y="49888"/>
                  <a:pt x="645036" y="56120"/>
                </a:cubicBezTo>
                <a:lnTo>
                  <a:pt x="645036" y="156726"/>
                </a:lnTo>
                <a:cubicBezTo>
                  <a:pt x="645036" y="163024"/>
                  <a:pt x="639997" y="168063"/>
                  <a:pt x="633732" y="168063"/>
                </a:cubicBezTo>
                <a:lnTo>
                  <a:pt x="569093" y="168063"/>
                </a:lnTo>
                <a:cubicBezTo>
                  <a:pt x="562828" y="168063"/>
                  <a:pt x="557756" y="163024"/>
                  <a:pt x="557756" y="156726"/>
                </a:cubicBezTo>
                <a:lnTo>
                  <a:pt x="557756" y="56120"/>
                </a:lnTo>
                <a:cubicBezTo>
                  <a:pt x="557756" y="49855"/>
                  <a:pt x="562861" y="44784"/>
                  <a:pt x="569093" y="44784"/>
                </a:cubicBezTo>
                <a:lnTo>
                  <a:pt x="569093" y="44784"/>
                </a:lnTo>
                <a:close/>
                <a:moveTo>
                  <a:pt x="622395" y="67457"/>
                </a:moveTo>
                <a:lnTo>
                  <a:pt x="580429" y="67457"/>
                </a:lnTo>
                <a:lnTo>
                  <a:pt x="580429" y="145422"/>
                </a:lnTo>
                <a:lnTo>
                  <a:pt x="622395" y="145422"/>
                </a:lnTo>
                <a:lnTo>
                  <a:pt x="622395" y="67457"/>
                </a:lnTo>
                <a:close/>
                <a:moveTo>
                  <a:pt x="446742" y="44784"/>
                </a:moveTo>
                <a:lnTo>
                  <a:pt x="511381" y="44784"/>
                </a:lnTo>
                <a:cubicBezTo>
                  <a:pt x="517646" y="44784"/>
                  <a:pt x="522751" y="49888"/>
                  <a:pt x="522751" y="56120"/>
                </a:cubicBezTo>
                <a:lnTo>
                  <a:pt x="522751" y="156726"/>
                </a:lnTo>
                <a:cubicBezTo>
                  <a:pt x="522751" y="163024"/>
                  <a:pt x="517646" y="168063"/>
                  <a:pt x="511381" y="168063"/>
                </a:cubicBezTo>
                <a:lnTo>
                  <a:pt x="446742" y="168063"/>
                </a:lnTo>
                <a:cubicBezTo>
                  <a:pt x="440477" y="168063"/>
                  <a:pt x="435438" y="163024"/>
                  <a:pt x="435438" y="156726"/>
                </a:cubicBezTo>
                <a:lnTo>
                  <a:pt x="435438" y="56120"/>
                </a:lnTo>
                <a:cubicBezTo>
                  <a:pt x="435438" y="49855"/>
                  <a:pt x="440477" y="44784"/>
                  <a:pt x="446742" y="44784"/>
                </a:cubicBezTo>
                <a:lnTo>
                  <a:pt x="446742" y="44784"/>
                </a:lnTo>
                <a:close/>
                <a:moveTo>
                  <a:pt x="500078" y="67457"/>
                </a:moveTo>
                <a:lnTo>
                  <a:pt x="458078" y="67457"/>
                </a:lnTo>
                <a:lnTo>
                  <a:pt x="458078" y="145422"/>
                </a:lnTo>
                <a:lnTo>
                  <a:pt x="500078" y="145422"/>
                </a:lnTo>
                <a:lnTo>
                  <a:pt x="500078" y="67457"/>
                </a:lnTo>
                <a:close/>
                <a:moveTo>
                  <a:pt x="324424" y="44784"/>
                </a:moveTo>
                <a:lnTo>
                  <a:pt x="389063" y="44784"/>
                </a:lnTo>
                <a:cubicBezTo>
                  <a:pt x="395328" y="44784"/>
                  <a:pt x="400367" y="49888"/>
                  <a:pt x="400367" y="56120"/>
                </a:cubicBezTo>
                <a:lnTo>
                  <a:pt x="400367" y="156726"/>
                </a:lnTo>
                <a:cubicBezTo>
                  <a:pt x="400367" y="163024"/>
                  <a:pt x="395328" y="168063"/>
                  <a:pt x="389063" y="168063"/>
                </a:cubicBezTo>
                <a:lnTo>
                  <a:pt x="324424" y="168063"/>
                </a:lnTo>
                <a:cubicBezTo>
                  <a:pt x="318159" y="168063"/>
                  <a:pt x="313087" y="163024"/>
                  <a:pt x="313087" y="156726"/>
                </a:cubicBezTo>
                <a:lnTo>
                  <a:pt x="313087" y="56120"/>
                </a:lnTo>
                <a:cubicBezTo>
                  <a:pt x="313087" y="49855"/>
                  <a:pt x="318192" y="44784"/>
                  <a:pt x="324424" y="44784"/>
                </a:cubicBezTo>
                <a:lnTo>
                  <a:pt x="324424" y="44784"/>
                </a:lnTo>
                <a:close/>
                <a:moveTo>
                  <a:pt x="377727" y="67457"/>
                </a:moveTo>
                <a:lnTo>
                  <a:pt x="335761" y="67457"/>
                </a:lnTo>
                <a:lnTo>
                  <a:pt x="335761" y="145422"/>
                </a:lnTo>
                <a:lnTo>
                  <a:pt x="377727" y="145422"/>
                </a:lnTo>
                <a:lnTo>
                  <a:pt x="377727" y="67457"/>
                </a:lnTo>
                <a:close/>
                <a:moveTo>
                  <a:pt x="255409" y="67457"/>
                </a:moveTo>
                <a:lnTo>
                  <a:pt x="213410" y="67457"/>
                </a:lnTo>
                <a:lnTo>
                  <a:pt x="213410" y="145422"/>
                </a:lnTo>
                <a:lnTo>
                  <a:pt x="255409" y="145422"/>
                </a:lnTo>
                <a:lnTo>
                  <a:pt x="255409" y="6745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chemeClr val="accent2">
                <a:alpha val="5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/>
          <p:nvPr>
            <p:ph type="title"/>
          </p:nvPr>
        </p:nvSpPr>
        <p:spPr>
          <a:xfrm>
            <a:off x="715100" y="2465850"/>
            <a:ext cx="3657600" cy="14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292" name="Google Shape;292;p36"/>
          <p:cNvSpPr txBox="1"/>
          <p:nvPr>
            <p:ph idx="2" type="title"/>
          </p:nvPr>
        </p:nvSpPr>
        <p:spPr>
          <a:xfrm>
            <a:off x="715100" y="1246650"/>
            <a:ext cx="2556300" cy="137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293" name="Google Shape;293;p36"/>
          <p:cNvPicPr preferRelativeResize="0"/>
          <p:nvPr/>
        </p:nvPicPr>
        <p:blipFill rotWithShape="1">
          <a:blip r:embed="rId3">
            <a:alphaModFix/>
          </a:blip>
          <a:srcRect b="426" l="0" r="0" t="426"/>
          <a:stretch/>
        </p:blipFill>
        <p:spPr>
          <a:xfrm>
            <a:off x="4601300" y="1028599"/>
            <a:ext cx="4009299" cy="3086301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4680000" dist="38100">
              <a:schemeClr val="lt2">
                <a:alpha val="25000"/>
              </a:scheme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299" name="Google Shape;299;p37"/>
          <p:cNvSpPr txBox="1"/>
          <p:nvPr>
            <p:ph idx="4294967295" type="body"/>
          </p:nvPr>
        </p:nvSpPr>
        <p:spPr>
          <a:xfrm>
            <a:off x="720000" y="1242525"/>
            <a:ext cx="7704000" cy="315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https://www.congress.gov/crs-product/IF13068</a:t>
            </a:r>
            <a:r>
              <a:rPr lang="en"/>
              <a:t> 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https://hypotenuselabs.medium.com/an-ocr-pipeline-for-machine-learning-the-good-the-bad-and-the-ugly-9ae751314ce6</a:t>
            </a:r>
            <a:r>
              <a:rPr lang="en"/>
              <a:t> 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https://ijircce.com/admin/main/storage/app/pdf/6arQiGR3QJuryKoSmEx31Be1dcUXyywoGMbYDT6R.pdf</a:t>
            </a:r>
            <a:r>
              <a:rPr lang="en"/>
              <a:t> 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https://pyimagesearch.com/2020/09/21/opencv-automatic-license-number-plate-recognition-anpr-with-python/</a:t>
            </a:r>
            <a:r>
              <a:rPr lang="en"/>
              <a:t> 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https://learnopencv.com/histogram-of-oriented-gradients/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/>
              <a:t>Images</a:t>
            </a:r>
            <a:endParaRPr b="1"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https://missionlocal.org/2017/03/crash-leaves-car-flipped-on-26th-and-shotwell-streets/</a:t>
            </a:r>
            <a:r>
              <a:rPr lang="en"/>
              <a:t> 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https://www.shutterstock.com/image-photo/fast-car-abstract-photo-speed-blur-2485659189?dd_referrer=https%3A%2F%2Fwww.google.com%2F</a:t>
            </a:r>
            <a:r>
              <a:rPr lang="en"/>
              <a:t> </a:t>
            </a:r>
            <a:endParaRPr/>
          </a:p>
          <a:p>
            <a:pPr indent="-304800" lvl="0" marL="457200" rtl="0" algn="l"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https://www.reddit.com/r/mildlyinteresting/comments/1dpyax1/this_license_plate_of_o_0/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3387690" y="1938000"/>
            <a:ext cx="5796000" cy="12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ANY </a:t>
            </a:r>
            <a:r>
              <a:rPr lang="en" sz="4200">
                <a:solidFill>
                  <a:srgbClr val="2DCECF"/>
                </a:solidFill>
              </a:rPr>
              <a:t>QUESTIONS</a:t>
            </a:r>
            <a:r>
              <a:rPr lang="en" sz="4200"/>
              <a:t>?</a:t>
            </a:r>
            <a:endParaRPr sz="4200"/>
          </a:p>
        </p:txBody>
      </p:sp>
      <p:pic>
        <p:nvPicPr>
          <p:cNvPr id="305" name="Google Shape;305;p38"/>
          <p:cNvPicPr preferRelativeResize="0"/>
          <p:nvPr/>
        </p:nvPicPr>
        <p:blipFill rotWithShape="1">
          <a:blip r:embed="rId3">
            <a:alphaModFix/>
          </a:blip>
          <a:srcRect b="1419" l="0" r="0" t="1419"/>
          <a:stretch/>
        </p:blipFill>
        <p:spPr>
          <a:xfrm>
            <a:off x="209625" y="1046000"/>
            <a:ext cx="3210052" cy="3051500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4680000" dist="38100">
              <a:schemeClr val="lt2">
                <a:alpha val="25000"/>
              </a:scheme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idx="4294967295" type="ctrTitle"/>
          </p:nvPr>
        </p:nvSpPr>
        <p:spPr>
          <a:xfrm>
            <a:off x="787763" y="2068800"/>
            <a:ext cx="4980000" cy="100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THANKS!</a:t>
            </a:r>
            <a:endParaRPr sz="7000"/>
          </a:p>
        </p:txBody>
      </p:sp>
      <p:pic>
        <p:nvPicPr>
          <p:cNvPr id="311" name="Google Shape;31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7114" y="871550"/>
            <a:ext cx="2079124" cy="1520039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4680000" dist="38100">
              <a:schemeClr val="lt2">
                <a:alpha val="25000"/>
              </a:schemeClr>
            </a:outerShdw>
          </a:effectLst>
        </p:spPr>
      </p:pic>
      <p:pic>
        <p:nvPicPr>
          <p:cNvPr id="312" name="Google Shape;31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112" y="2763096"/>
            <a:ext cx="2079122" cy="1508853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4680000" dist="38100">
              <a:schemeClr val="lt2">
                <a:alpha val="25000"/>
              </a:scheme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rs Technology Innovation Newsletter by Slidesgo">
  <a:themeElements>
    <a:clrScheme name="Simple Light">
      <a:dk1>
        <a:srgbClr val="FFFFFF"/>
      </a:dk1>
      <a:lt1>
        <a:srgbClr val="0B171E"/>
      </a:lt1>
      <a:dk2>
        <a:srgbClr val="1F3947"/>
      </a:dk2>
      <a:lt2>
        <a:srgbClr val="2DCECF"/>
      </a:lt2>
      <a:accent1>
        <a:srgbClr val="80C3C3"/>
      </a:accent1>
      <a:accent2>
        <a:srgbClr val="B8DDDD"/>
      </a:accent2>
      <a:accent3>
        <a:srgbClr val="E0EEEE"/>
      </a:accent3>
      <a:accent4>
        <a:srgbClr val="D01A3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